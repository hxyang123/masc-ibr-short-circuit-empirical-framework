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3"/>
  </p:notesMasterIdLst>
  <p:handoutMasterIdLst>
    <p:handoutMasterId r:id="rId34"/>
  </p:handoutMasterIdLst>
  <p:sldIdLst>
    <p:sldId id="582" r:id="rId5"/>
    <p:sldId id="581" r:id="rId6"/>
    <p:sldId id="584" r:id="rId7"/>
    <p:sldId id="556" r:id="rId8"/>
    <p:sldId id="557" r:id="rId9"/>
    <p:sldId id="596" r:id="rId10"/>
    <p:sldId id="559" r:id="rId11"/>
    <p:sldId id="566" r:id="rId12"/>
    <p:sldId id="586" r:id="rId13"/>
    <p:sldId id="588" r:id="rId14"/>
    <p:sldId id="562" r:id="rId15"/>
    <p:sldId id="597" r:id="rId16"/>
    <p:sldId id="563" r:id="rId17"/>
    <p:sldId id="589" r:id="rId18"/>
    <p:sldId id="590" r:id="rId19"/>
    <p:sldId id="583" r:id="rId20"/>
    <p:sldId id="567" r:id="rId21"/>
    <p:sldId id="568" r:id="rId22"/>
    <p:sldId id="591" r:id="rId23"/>
    <p:sldId id="592" r:id="rId24"/>
    <p:sldId id="571" r:id="rId25"/>
    <p:sldId id="574" r:id="rId26"/>
    <p:sldId id="593" r:id="rId27"/>
    <p:sldId id="594" r:id="rId28"/>
    <p:sldId id="577" r:id="rId29"/>
    <p:sldId id="578" r:id="rId30"/>
    <p:sldId id="579" r:id="rId31"/>
    <p:sldId id="58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18A616-5103-4DEF-AFFC-D7FA3FB7F366}">
          <p14:sldIdLst>
            <p14:sldId id="582"/>
            <p14:sldId id="581"/>
            <p14:sldId id="584"/>
            <p14:sldId id="556"/>
            <p14:sldId id="557"/>
            <p14:sldId id="596"/>
            <p14:sldId id="559"/>
            <p14:sldId id="566"/>
            <p14:sldId id="586"/>
            <p14:sldId id="588"/>
            <p14:sldId id="562"/>
            <p14:sldId id="597"/>
            <p14:sldId id="563"/>
            <p14:sldId id="589"/>
            <p14:sldId id="590"/>
          </p14:sldIdLst>
        </p14:section>
        <p14:section name="Extra Slides" id="{C3FDB841-5106-4A60-9B5D-02CAA0E1C2F4}">
          <p14:sldIdLst>
            <p14:sldId id="583"/>
            <p14:sldId id="567"/>
            <p14:sldId id="568"/>
            <p14:sldId id="591"/>
            <p14:sldId id="592"/>
            <p14:sldId id="571"/>
            <p14:sldId id="574"/>
            <p14:sldId id="593"/>
            <p14:sldId id="594"/>
            <p14:sldId id="577"/>
            <p14:sldId id="578"/>
            <p14:sldId id="579"/>
            <p14:sldId id="58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7C8352D-20A8-FB46-33FC-A7EE4699C69C}" name="Clover Chang" initials="CC" userId="S::clover@stinson.co::ae9b536e-2191-4360-bc05-fbd21b5c0ac9" providerId="AD"/>
  <p188:author id="{0C13D267-CAD5-BC42-8E7F-10CF22BF1F1C}" name="Janet Rowe" initials="JR" userId="bacb925d81738d3c" providerId="Windows Live"/>
  <p188:author id="{9DF84FB8-CFEF-E868-8A55-E4565F97B72F}" name="Claire Neary" initials="CN" userId="S::claire.neary@utoronto.ca::6718a434-234c-43cf-afbb-f57156dbd83b" providerId="AD"/>
  <p188:author id="{7D9C21CC-0BE7-E634-FC48-21B5D1474491}" name="Stephanie Wong" initials="SW" userId="S::stephaniesm.wong@utoronto.ca::8033eaf5-89ad-47f0-bd3e-867b63b6f7c3" providerId="AD"/>
  <p188:author id="{C81379D4-3031-A9B7-FFBA-E35F988FF195}" name="Christina Kakaletris" initials="CK" userId="S::christina.kakaletris@utoronto.ca::dfdf83db-df39-4543-b0fe-c886cf9649c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tephanie Wong" initials="SW" lastIdx="6" clrIdx="0">
    <p:extLst>
      <p:ext uri="{19B8F6BF-5375-455C-9EA6-DF929625EA0E}">
        <p15:presenceInfo xmlns:p15="http://schemas.microsoft.com/office/powerpoint/2012/main" userId="S::stephaniesm.wong@utoronto.ca::8033eaf5-89ad-47f0-bd3e-867b63b6f7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98BDF5-A674-C0E7-963F-3C1BD446E44B}" v="63" dt="2026-06-24T14:57:06.501"/>
  </p1510:revLst>
</p1510:revInfo>
</file>

<file path=ppt/tableStyles.xml><?xml version="1.0" encoding="utf-8"?>
<a:tblStyleLst xmlns:a="http://schemas.openxmlformats.org/drawingml/2006/main" def="{8ED743A0-0307-4C05-9108-CDC73F3CB404}">
  <a:tblStyle styleId="{8ED743A0-0307-4C05-9108-CDC73F3CB404}" styleName="Horizontal Rules">
    <a:wholeTbl>
      <a:tcTxStyle>
        <a:fontRef idx="minor"/>
        <a:schemeClr val="tx1"/>
      </a:tcTxStyle>
      <a:tcStyle>
        <a:tcBdr>
          <a:left>
            <a:ln w="0" cmpd="sng">
              <a:solidFill>
                <a:schemeClr val="lt1"/>
              </a:solidFill>
            </a:ln>
          </a:left>
          <a:right>
            <a:ln w="0" cmpd="sng">
              <a:solidFill>
                <a:schemeClr val="lt1"/>
              </a:solidFill>
            </a:ln>
          </a:right>
          <a:top>
            <a:ln w="0" cmpd="sng">
              <a:solidFill>
                <a:schemeClr val="lt1"/>
              </a:solidFill>
            </a:ln>
          </a:top>
          <a:bottom>
            <a:ln w="0" cmpd="sng">
              <a:solidFill>
                <a:schemeClr val="lt1"/>
              </a:solidFill>
            </a:ln>
          </a:bottom>
          <a:insideH>
            <a:ln w="5000" cmpd="sng">
              <a:solidFill>
                <a:schemeClr val="tx1">
                  <a:alpha val="35000"/>
                </a:schemeClr>
              </a:solidFill>
            </a:ln>
          </a:insideH>
          <a:insideV>
            <a:ln w="0" cmpd="sng">
              <a:solidFill>
                <a:schemeClr val="lt1"/>
              </a:solidFill>
            </a:ln>
          </a:insideV>
        </a:tcBdr>
        <a:fill>
          <a:solidFill>
            <a:schemeClr val="lt1">
              <a:alpha val="0"/>
            </a:schemeClr>
          </a:solidFill>
        </a:fill>
      </a:tcStyle>
    </a:wholeTbl>
    <a:band1H>
      <a:tcStyle>
        <a:tcBdr/>
      </a:tcStyle>
    </a:band1H>
    <a:band2H>
      <a:tcStyle>
        <a:tcBdr/>
      </a:tcStyle>
    </a:band2H>
    <a:band1V>
      <a:tcStyle>
        <a:tcBdr/>
      </a:tcStyle>
    </a:band1V>
    <a:band2V>
      <a:tcStyle>
        <a:tcBdr/>
      </a:tcStyle>
    </a:band2V>
    <a:lastCol>
      <a:tcTxStyle b="on">
        <a:fontRef idx="minor"/>
        <a:schemeClr val="tx1"/>
      </a:tcTxStyle>
      <a:tcStyle>
        <a:tcBdr/>
      </a:tcStyle>
    </a:lastCol>
    <a:firstCol>
      <a:tcTxStyle b="on">
        <a:fontRef idx="minor"/>
        <a:schemeClr val="tx1"/>
      </a:tcTxStyle>
      <a:tcStyle>
        <a:tcBdr/>
      </a:tcStyle>
    </a:firstCol>
    <a:lastRow>
      <a:tcTxStyle b="on">
        <a:fontRef idx="minor"/>
        <a:schemeClr val="accent1"/>
      </a:tcTxStyle>
      <a:tcStyle>
        <a:tcBdr>
          <a:top>
            <a:ln w="5000" cmpd="sng">
              <a:solidFill>
                <a:schemeClr val="tx1"/>
              </a:solidFill>
            </a:ln>
          </a:top>
        </a:tcBdr>
      </a:tcStyle>
    </a:lastRow>
    <a:firstRow>
      <a:tcTxStyle b="on">
        <a:fontRef idx="minor"/>
        <a:schemeClr val="tx1"/>
      </a:tcTxStyle>
      <a:tcStyle>
        <a:tcBdr>
          <a:bottom>
            <a:ln w="5000" cmpd="sng">
              <a:solidFill>
                <a:schemeClr val="tx1"/>
              </a:solidFill>
            </a:ln>
          </a:bottom>
        </a:tcBdr>
      </a:tcStyle>
    </a:firstRow>
  </a:tblStyle>
  <a:tblStyle styleId="{8AC0F69F-DC5A-45A2-BBA0-FDEACFB3A14F}" styleName="Horizontal and Vertical Rules">
    <a:wholeTbl>
      <a:tcTxStyle>
        <a:fontRef idx="minor"/>
        <a:schemeClr val="tx1"/>
      </a:tcTxStyle>
      <a:tcStyle>
        <a:tcBdr>
          <a:left>
            <a:ln w="0" cmpd="sng">
              <a:solidFill>
                <a:schemeClr val="lt1"/>
              </a:solidFill>
            </a:ln>
          </a:left>
          <a:right>
            <a:ln w="0" cmpd="sng">
              <a:solidFill>
                <a:schemeClr val="lt1"/>
              </a:solidFill>
            </a:ln>
          </a:right>
          <a:top>
            <a:ln w="0" cmpd="sng">
              <a:solidFill>
                <a:schemeClr val="lt1"/>
              </a:solidFill>
            </a:ln>
          </a:top>
          <a:bottom>
            <a:ln w="0" cmpd="sng">
              <a:solidFill>
                <a:schemeClr val="lt1"/>
              </a:solidFill>
            </a:ln>
          </a:bottom>
          <a:insideH>
            <a:ln w="5000" cmpd="sng">
              <a:solidFill>
                <a:schemeClr val="tx1">
                  <a:alpha val="35000"/>
                </a:schemeClr>
              </a:solidFill>
            </a:ln>
          </a:insideH>
          <a:insideV>
            <a:ln w="5000" cmpd="sng">
              <a:solidFill>
                <a:schemeClr val="tx1"/>
              </a:solidFill>
            </a:ln>
          </a:insideV>
        </a:tcBdr>
        <a:fill>
          <a:solidFill>
            <a:schemeClr val="lt1">
              <a:alpha val="0"/>
            </a:schemeClr>
          </a:solidFill>
        </a:fill>
      </a:tcStyle>
    </a:wholeTbl>
    <a:band1H>
      <a:tcStyle>
        <a:tcBdr/>
      </a:tcStyle>
    </a:band1H>
    <a:band2H>
      <a:tcStyle>
        <a:tcBdr/>
      </a:tcStyle>
    </a:band2H>
    <a:band1V>
      <a:tcStyle>
        <a:tcBdr/>
      </a:tcStyle>
    </a:band1V>
    <a:band2V>
      <a:tcStyle>
        <a:tcBdr/>
      </a:tcStyle>
    </a:band2V>
    <a:lastCol>
      <a:tcTxStyle b="on">
        <a:fontRef idx="minor"/>
        <a:schemeClr val="tx1"/>
      </a:tcTxStyle>
      <a:tcStyle>
        <a:tcBdr/>
      </a:tcStyle>
    </a:lastCol>
    <a:firstCol>
      <a:tcTxStyle b="on">
        <a:fontRef idx="minor"/>
        <a:schemeClr val="tx1"/>
      </a:tcTxStyle>
      <a:tcStyle>
        <a:tcBdr/>
      </a:tcStyle>
    </a:firstCol>
    <a:lastRow>
      <a:tcTxStyle b="on">
        <a:fontRef idx="minor"/>
        <a:schemeClr val="accent1"/>
      </a:tcTxStyle>
      <a:tcStyle>
        <a:tcBdr/>
      </a:tcStyle>
    </a:lastRow>
    <a:firstRow>
      <a:tcTxStyle b="on">
        <a:fontRef idx="minor"/>
        <a:schemeClr val="tx1"/>
      </a:tcTxStyle>
      <a:tcStyle>
        <a:tcBdr>
          <a:bottom>
            <a:ln w="5000" cmpd="sng">
              <a:solidFill>
                <a:schemeClr val="tx1"/>
              </a:solidFill>
            </a:ln>
          </a:bottom>
        </a:tcBdr>
      </a:tcStyle>
    </a:firstRow>
  </a:tblStyle>
  <a:tblStyle styleId="{73A6DA28-BB08-4E28-94E8-AB53A02DD50B}" styleName="Shaded Rows">
    <a:wholeTbl>
      <a:tcTxStyle>
        <a:fontRef idx="minor"/>
        <a:schemeClr val="tx1"/>
      </a:tcTxStyle>
      <a:tcStyle>
        <a:tcBdr>
          <a:left>
            <a:ln w="0" cmpd="sng">
              <a:solidFill>
                <a:schemeClr val="lt1"/>
              </a:solidFill>
            </a:ln>
          </a:left>
          <a:right>
            <a:ln w="0" cmpd="sng">
              <a:solidFill>
                <a:schemeClr val="lt1"/>
              </a:solidFill>
            </a:ln>
          </a:right>
          <a:top>
            <a:ln w="0" cmpd="sng">
              <a:solidFill>
                <a:schemeClr val="lt1"/>
              </a:solidFill>
            </a:ln>
          </a:top>
          <a:bottom>
            <a:ln w="0" cmpd="sng">
              <a:solidFill>
                <a:schemeClr val="lt1"/>
              </a:solidFill>
            </a:ln>
          </a:bottom>
          <a:insideH>
            <a:ln w="0" cmpd="sng">
              <a:solidFill>
                <a:schemeClr val="lt1"/>
              </a:solidFill>
            </a:ln>
          </a:insideH>
          <a:insideV>
            <a:ln w="0" cmpd="sng">
              <a:solidFill>
                <a:schemeClr val="lt1"/>
              </a:solidFill>
            </a:ln>
          </a:insideV>
        </a:tcBdr>
        <a:fill>
          <a:solidFill>
            <a:schemeClr val="lt1">
              <a:alpha val="0"/>
            </a:schemeClr>
          </a:solidFill>
        </a:fill>
      </a:tcStyle>
    </a:wholeTbl>
    <a:band1H>
      <a:tcStyle>
        <a:tcBdr/>
      </a:tcStyle>
    </a:band1H>
    <a:band2H>
      <a:tcStyle>
        <a:tcBdr/>
        <a:fill>
          <a:solidFill>
            <a:schemeClr val="lt2">
              <a:alpha val="20000"/>
            </a:schemeClr>
          </a:solidFill>
        </a:fill>
      </a:tcStyle>
    </a:band2H>
    <a:band1V>
      <a:tcStyle>
        <a:tcBdr/>
      </a:tcStyle>
    </a:band1V>
    <a:band2V>
      <a:tcStyle>
        <a:tcBdr/>
      </a:tcStyle>
    </a:band2V>
    <a:lastCol>
      <a:tcTxStyle b="on">
        <a:fontRef idx="minor"/>
        <a:schemeClr val="tx1"/>
      </a:tcTxStyle>
      <a:tcStyle>
        <a:tcBdr/>
      </a:tcStyle>
    </a:lastCol>
    <a:firstCol>
      <a:tcTxStyle b="on">
        <a:fontRef idx="minor"/>
        <a:schemeClr val="tx1"/>
      </a:tcTxStyle>
      <a:tcStyle>
        <a:tcBdr/>
      </a:tcStyle>
    </a:firstCol>
    <a:lastRow>
      <a:tcTxStyle b="on">
        <a:fontRef idx="minor"/>
        <a:schemeClr val="accent1"/>
      </a:tcTxStyle>
      <a:tcStyle>
        <a:tcBdr/>
      </a:tcStyle>
    </a:lastRow>
    <a:firstRow>
      <a:tcTxStyle b="on">
        <a:fontRef idx="minor"/>
        <a:schemeClr val="tx1"/>
      </a:tcTxStyle>
      <a:tcStyle>
        <a:tcBdr>
          <a:bottom>
            <a:ln w="5000" cmpd="sng">
              <a:solidFill>
                <a:schemeClr val="tx1"/>
              </a:solidFill>
            </a:ln>
          </a:bottom>
        </a:tcBdr>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B95F527-8286-40A4-BE4D-A82B5D593CDE}" styleName="Shaded Rows and Vertical Rules">
    <a:wholeTbl>
      <a:tcTxStyle>
        <a:fontRef idx="minor"/>
        <a:schemeClr val="tx1"/>
      </a:tcTxStyle>
      <a:tcStyle>
        <a:tcBdr>
          <a:left>
            <a:ln w="0" cmpd="sng">
              <a:solidFill>
                <a:schemeClr val="lt1"/>
              </a:solidFill>
            </a:ln>
          </a:left>
          <a:right>
            <a:ln w="0" cmpd="sng">
              <a:solidFill>
                <a:schemeClr val="lt1"/>
              </a:solidFill>
            </a:ln>
          </a:right>
          <a:top>
            <a:ln w="0" cmpd="sng">
              <a:solidFill>
                <a:schemeClr val="lt1"/>
              </a:solidFill>
            </a:ln>
          </a:top>
          <a:bottom>
            <a:ln w="0" cmpd="sng">
              <a:solidFill>
                <a:schemeClr val="lt1"/>
              </a:solidFill>
            </a:ln>
          </a:bottom>
          <a:insideH>
            <a:ln w="0" cmpd="sng">
              <a:solidFill>
                <a:schemeClr val="lt1"/>
              </a:solidFill>
            </a:ln>
          </a:insideH>
          <a:insideV>
            <a:ln w="5000" cmpd="sng">
              <a:solidFill>
                <a:schemeClr val="tx1"/>
              </a:solidFill>
            </a:ln>
          </a:insideV>
        </a:tcBdr>
        <a:fill>
          <a:solidFill>
            <a:schemeClr val="lt1">
              <a:alpha val="0"/>
            </a:schemeClr>
          </a:solidFill>
        </a:fill>
      </a:tcStyle>
    </a:wholeTbl>
    <a:band1H>
      <a:tcStyle>
        <a:tcBdr/>
      </a:tcStyle>
    </a:band1H>
    <a:band2H>
      <a:tcStyle>
        <a:tcBdr/>
        <a:fill>
          <a:solidFill>
            <a:schemeClr val="lt2">
              <a:alpha val="20000"/>
            </a:schemeClr>
          </a:solidFill>
        </a:fill>
      </a:tcStyle>
    </a:band2H>
    <a:band1V>
      <a:tcStyle>
        <a:tcBdr/>
      </a:tcStyle>
    </a:band1V>
    <a:band2V>
      <a:tcStyle>
        <a:tcBdr/>
      </a:tcStyle>
    </a:band2V>
    <a:lastCol>
      <a:tcTxStyle b="on">
        <a:fontRef idx="minor"/>
        <a:schemeClr val="tx1"/>
      </a:tcTxStyle>
      <a:tcStyle>
        <a:tcBdr/>
      </a:tcStyle>
    </a:lastCol>
    <a:firstCol>
      <a:tcTxStyle b="on">
        <a:fontRef idx="minor"/>
        <a:schemeClr val="tx1"/>
      </a:tcTxStyle>
      <a:tcStyle>
        <a:tcBdr/>
      </a:tcStyle>
    </a:firstCol>
    <a:lastRow>
      <a:tcTxStyle b="on">
        <a:fontRef idx="minor"/>
        <a:schemeClr val="accent1"/>
      </a:tcTxStyle>
      <a:tcStyle>
        <a:tcBdr/>
      </a:tcStyle>
    </a:lastRow>
    <a:firstRow>
      <a:tcTxStyle b="on">
        <a:fontRef idx="minor"/>
        <a:schemeClr val="tx1"/>
      </a:tcTxStyle>
      <a:tcStyle>
        <a:tcBdr>
          <a:bottom>
            <a:ln w="5000" cmpd="sng">
              <a:solidFill>
                <a:schemeClr val="tx1"/>
              </a:solidFill>
            </a:ln>
          </a:bottom>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614" autoAdjust="0"/>
  </p:normalViewPr>
  <p:slideViewPr>
    <p:cSldViewPr snapToGrid="0">
      <p:cViewPr varScale="1">
        <p:scale>
          <a:sx n="68" d="100"/>
          <a:sy n="68" d="100"/>
        </p:scale>
        <p:origin x="1262" y="62"/>
      </p:cViewPr>
      <p:guideLst/>
    </p:cSldViewPr>
  </p:slideViewPr>
  <p:notesTextViewPr>
    <p:cViewPr>
      <p:scale>
        <a:sx n="100" d="100"/>
        <a:sy n="100" d="100"/>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A76DE4-237E-C74D-B43A-659A7013720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F5C76D6-4318-1843-AC80-F91EE65DF7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FC613F-BF28-384D-944C-AA89FB03C2C3}" type="datetimeFigureOut">
              <a:rPr lang="en-US" smtClean="0"/>
              <a:t>9/15/2026</a:t>
            </a:fld>
            <a:endParaRPr lang="en-US"/>
          </a:p>
        </p:txBody>
      </p:sp>
      <p:sp>
        <p:nvSpPr>
          <p:cNvPr id="4" name="Footer Placeholder 3">
            <a:extLst>
              <a:ext uri="{FF2B5EF4-FFF2-40B4-BE49-F238E27FC236}">
                <a16:creationId xmlns:a16="http://schemas.microsoft.com/office/drawing/2014/main" id="{3C13C400-0E9C-D34E-9F4D-4CE38A6277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B6EF7A-A4ED-C34C-B6A5-FC3E4093182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61AD6D-5E18-144D-BC7B-2537B99094B1}" type="slidenum">
              <a:rPr lang="en-US" smtClean="0"/>
              <a:t>‹#›</a:t>
            </a:fld>
            <a:endParaRPr lang="en-US"/>
          </a:p>
        </p:txBody>
      </p:sp>
    </p:spTree>
    <p:extLst>
      <p:ext uri="{BB962C8B-B14F-4D97-AF65-F5344CB8AC3E}">
        <p14:creationId xmlns:p14="http://schemas.microsoft.com/office/powerpoint/2010/main" val="2628305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8AE8C-59B3-1342-9035-9E7FF9F76E09}"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62EF7B-DDB8-B345-905A-1035F5FCAFD4}" type="slidenum">
              <a:rPr lang="en-US" smtClean="0"/>
              <a:t>‹#›</a:t>
            </a:fld>
            <a:endParaRPr lang="en-US"/>
          </a:p>
        </p:txBody>
      </p:sp>
    </p:spTree>
    <p:extLst>
      <p:ext uri="{BB962C8B-B14F-4D97-AF65-F5344CB8AC3E}">
        <p14:creationId xmlns:p14="http://schemas.microsoft.com/office/powerpoint/2010/main" val="4065977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Good morning =&gt; thank everyone for skipping work to join =&gt; name, title, under the supervision of Prof Zeb Tate</a:t>
            </a:r>
          </a:p>
          <a:p>
            <a:pPr marL="171450" indent="-171450">
              <a:buFontTx/>
              <a:buChar char="-"/>
            </a:pPr>
            <a:r>
              <a:rPr lang="en-CA" dirty="0"/>
              <a:t>Focus =&gt; Estimate SC response of GFL IBR while capturing important controller dependent behavior</a:t>
            </a:r>
          </a:p>
          <a:p>
            <a:pPr marL="0" indent="0">
              <a:buFontTx/>
              <a:buNone/>
            </a:pPr>
            <a:r>
              <a:rPr lang="en-CA" dirty="0"/>
              <a:t>Schedule of Today</a:t>
            </a:r>
          </a:p>
          <a:p>
            <a:pPr marL="171450" indent="-171450">
              <a:buFontTx/>
              <a:buChar char="-"/>
            </a:pPr>
            <a:r>
              <a:rPr lang="en-CA" dirty="0"/>
              <a:t>Why this matters</a:t>
            </a:r>
          </a:p>
          <a:p>
            <a:pPr marL="171450" indent="-171450">
              <a:buFontTx/>
              <a:buChar char="-"/>
            </a:pPr>
            <a:r>
              <a:rPr lang="en-CA" dirty="0"/>
              <a:t>Setup and data collection</a:t>
            </a:r>
          </a:p>
          <a:p>
            <a:pPr marL="171450" indent="-171450">
              <a:buFontTx/>
              <a:buChar char="-"/>
            </a:pPr>
            <a:r>
              <a:rPr lang="en-CA" dirty="0"/>
              <a:t>Model</a:t>
            </a:r>
          </a:p>
          <a:p>
            <a:pPr marL="171450" indent="-171450">
              <a:buFontTx/>
              <a:buChar char="-"/>
            </a:pPr>
            <a:r>
              <a:rPr lang="en-CA" dirty="0"/>
              <a:t>Verification method</a:t>
            </a:r>
          </a:p>
          <a:p>
            <a:pPr marL="171450" indent="-171450">
              <a:buFontTx/>
              <a:buChar char="-"/>
            </a:pPr>
            <a:r>
              <a:rPr lang="en-CA" dirty="0"/>
              <a:t>Limitations</a:t>
            </a:r>
          </a:p>
        </p:txBody>
      </p:sp>
      <p:sp>
        <p:nvSpPr>
          <p:cNvPr id="4" name="Slide Number Placeholder 3"/>
          <p:cNvSpPr>
            <a:spLocks noGrp="1"/>
          </p:cNvSpPr>
          <p:nvPr>
            <p:ph type="sldNum" sz="quarter" idx="5"/>
          </p:nvPr>
        </p:nvSpPr>
        <p:spPr/>
        <p:txBody>
          <a:bodyPr/>
          <a:lstStyle/>
          <a:p>
            <a:fld id="{C162EF7B-DDB8-B345-905A-1035F5FCAFD4}" type="slidenum">
              <a:rPr lang="en-US" smtClean="0"/>
              <a:t>1</a:t>
            </a:fld>
            <a:endParaRPr lang="en-US"/>
          </a:p>
        </p:txBody>
      </p:sp>
    </p:spTree>
    <p:extLst>
      <p:ext uri="{BB962C8B-B14F-4D97-AF65-F5344CB8AC3E}">
        <p14:creationId xmlns:p14="http://schemas.microsoft.com/office/powerpoint/2010/main" val="2222443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B7308-1612-B50E-09F4-07189E67D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18078-D522-8554-588D-F2ABCF235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6C7FE2-D62F-D999-B0E1-0EBB56334C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IBR behave very differently from SG during faults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SGs use voltage source behind an impedance whereas GFL inverters behaves more like controlled current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Lookup tables =&gt; accessibility and generalization issues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EMT =&gt; accurate, but computationally heavy especially for large networks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Trying to find something in between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 Computationally simple, but can still capture the important fault-current behavior</a:t>
            </a:r>
          </a:p>
          <a:p>
            <a:endParaRPr lang="en-CA" dirty="0"/>
          </a:p>
        </p:txBody>
      </p:sp>
      <p:sp>
        <p:nvSpPr>
          <p:cNvPr id="4" name="Slide Number Placeholder 3">
            <a:extLst>
              <a:ext uri="{FF2B5EF4-FFF2-40B4-BE49-F238E27FC236}">
                <a16:creationId xmlns:a16="http://schemas.microsoft.com/office/drawing/2014/main" id="{86AC4821-0C77-5C24-A20F-5F816F37968E}"/>
              </a:ext>
            </a:extLst>
          </p:cNvPr>
          <p:cNvSpPr>
            <a:spLocks noGrp="1"/>
          </p:cNvSpPr>
          <p:nvPr>
            <p:ph type="sldNum" sz="quarter" idx="5"/>
          </p:nvPr>
        </p:nvSpPr>
        <p:spPr/>
        <p:txBody>
          <a:bodyPr/>
          <a:lstStyle/>
          <a:p>
            <a:fld id="{C162EF7B-DDB8-B345-905A-1035F5FCAFD4}" type="slidenum">
              <a:rPr lang="en-US" smtClean="0"/>
              <a:t>2</a:t>
            </a:fld>
            <a:endParaRPr lang="en-US"/>
          </a:p>
        </p:txBody>
      </p:sp>
    </p:spTree>
    <p:extLst>
      <p:ext uri="{BB962C8B-B14F-4D97-AF65-F5344CB8AC3E}">
        <p14:creationId xmlns:p14="http://schemas.microsoft.com/office/powerpoint/2010/main" val="110432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5B638-C74D-1665-4B24-E2BE19C2C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9E1C4-3365-BF26-FFC4-3C7AE17E2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29C7C-E5DA-72E1-F6D5-68142BB51015}"/>
              </a:ext>
            </a:extLst>
          </p:cNvPr>
          <p:cNvSpPr>
            <a:spLocks noGrp="1"/>
          </p:cNvSpPr>
          <p:nvPr>
            <p:ph type="body" idx="1"/>
          </p:nvPr>
        </p:nvSpPr>
        <p:spPr/>
        <p:txBody>
          <a:bodyPr/>
          <a:lstStyle/>
          <a:p>
            <a:r>
              <a:rPr lang="en-CA" dirty="0"/>
              <a:t>Develop a reduced model of fault current of a GFL inverter =&gt; identifying main variables and controller mechanisms that shape its response</a:t>
            </a:r>
          </a:p>
          <a:p>
            <a:r>
              <a:rPr lang="en-CA" dirty="0"/>
              <a:t>Not </a:t>
            </a:r>
            <a:r>
              <a:rPr lang="en-CA" dirty="0" err="1"/>
              <a:t>straighforward</a:t>
            </a:r>
            <a:endParaRPr lang="en-CA" dirty="0"/>
          </a:p>
          <a:p>
            <a:pPr marL="228600" indent="-228600">
              <a:buAutoNum type="arabicPeriod"/>
            </a:pPr>
            <a:r>
              <a:rPr lang="en-CA" dirty="0"/>
              <a:t>Voltage magnitude and phase affects fault current magnitude and phase </a:t>
            </a:r>
          </a:p>
          <a:p>
            <a:pPr marL="228600" indent="-228600">
              <a:buAutoNum type="arabicPeriod"/>
            </a:pPr>
            <a:r>
              <a:rPr lang="en-CA" dirty="0"/>
              <a:t>Inverter relies on PLL =&gt; phase becomes more controller state dependent for big voltage drops</a:t>
            </a:r>
          </a:p>
          <a:p>
            <a:pPr marL="228600" indent="-228600">
              <a:buAutoNum type="arabicPeriod"/>
            </a:pPr>
            <a:r>
              <a:rPr lang="en-CA" dirty="0"/>
              <a:t>Strict current limit (</a:t>
            </a:r>
            <a:r>
              <a:rPr lang="en-CA" dirty="0" err="1"/>
              <a:t>Iq</a:t>
            </a:r>
            <a:r>
              <a:rPr lang="en-CA" dirty="0"/>
              <a:t> is +90 degrees out of phase with voltage) </a:t>
            </a:r>
          </a:p>
          <a:p>
            <a:pPr marL="0" indent="0">
              <a:buNone/>
            </a:pPr>
            <a:r>
              <a:rPr lang="en-CA" dirty="0"/>
              <a:t>Is it possible to identify what contributes to the behavior seen from the EMT simulations and represent them with a much simpler model?</a:t>
            </a:r>
          </a:p>
          <a:p>
            <a:pPr marL="0" indent="0">
              <a:buNone/>
            </a:pPr>
            <a:r>
              <a:rPr lang="en-CA" dirty="0"/>
              <a:t>If we treat the inverter as a black box, is it possible to model its fault response with only measurable quantities?</a:t>
            </a:r>
          </a:p>
        </p:txBody>
      </p:sp>
      <p:sp>
        <p:nvSpPr>
          <p:cNvPr id="4" name="Slide Number Placeholder 3">
            <a:extLst>
              <a:ext uri="{FF2B5EF4-FFF2-40B4-BE49-F238E27FC236}">
                <a16:creationId xmlns:a16="http://schemas.microsoft.com/office/drawing/2014/main" id="{ADF607EC-99F1-CB69-D621-DCA33C8AEC99}"/>
              </a:ext>
            </a:extLst>
          </p:cNvPr>
          <p:cNvSpPr>
            <a:spLocks noGrp="1"/>
          </p:cNvSpPr>
          <p:nvPr>
            <p:ph type="sldNum" sz="quarter" idx="5"/>
          </p:nvPr>
        </p:nvSpPr>
        <p:spPr/>
        <p:txBody>
          <a:bodyPr/>
          <a:lstStyle/>
          <a:p>
            <a:fld id="{C162EF7B-DDB8-B345-905A-1035F5FCAFD4}" type="slidenum">
              <a:rPr lang="en-US" smtClean="0"/>
              <a:t>3</a:t>
            </a:fld>
            <a:endParaRPr lang="en-US"/>
          </a:p>
        </p:txBody>
      </p:sp>
    </p:spTree>
    <p:extLst>
      <p:ext uri="{BB962C8B-B14F-4D97-AF65-F5344CB8AC3E}">
        <p14:creationId xmlns:p14="http://schemas.microsoft.com/office/powerpoint/2010/main" val="1892098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EPRI GFL model in PSCAD =&gt; following base values for </a:t>
            </a:r>
            <a:r>
              <a:rPr lang="en-CA" dirty="0" err="1"/>
              <a:t>pu</a:t>
            </a:r>
            <a:r>
              <a:rPr lang="en-CA" dirty="0"/>
              <a:t> calculations</a:t>
            </a:r>
          </a:p>
          <a:p>
            <a:pPr marL="171450" indent="-171450">
              <a:buFontTx/>
              <a:buChar char="-"/>
            </a:pPr>
            <a:r>
              <a:rPr lang="en-CA" dirty="0"/>
              <a:t>Inverter in GFL config =&gt; SRF-PLL for synchronization =&gt; P/omega, Q/V control</a:t>
            </a:r>
          </a:p>
          <a:p>
            <a:pPr marL="0" indent="0">
              <a:buFontTx/>
              <a:buNone/>
            </a:pPr>
            <a:r>
              <a:rPr lang="en-CA" dirty="0"/>
              <a:t>Interested in transient fault current</a:t>
            </a:r>
          </a:p>
          <a:p>
            <a:pPr marL="171450" indent="-171450">
              <a:buFontTx/>
              <a:buChar char="-"/>
            </a:pPr>
            <a:r>
              <a:rPr lang="en-CA" dirty="0" err="1"/>
              <a:t>Subtransient</a:t>
            </a:r>
            <a:r>
              <a:rPr lang="en-CA" dirty="0"/>
              <a:t> fault current is caused partially by the inner control loop acting faster than the outer control loop =&gt; hard to model without reproducing internal switching and controller state</a:t>
            </a:r>
          </a:p>
        </p:txBody>
      </p:sp>
      <p:sp>
        <p:nvSpPr>
          <p:cNvPr id="4" name="Slide Number Placeholder 3"/>
          <p:cNvSpPr>
            <a:spLocks noGrp="1"/>
          </p:cNvSpPr>
          <p:nvPr>
            <p:ph type="sldNum" sz="quarter" idx="5"/>
          </p:nvPr>
        </p:nvSpPr>
        <p:spPr/>
        <p:txBody>
          <a:bodyPr/>
          <a:lstStyle/>
          <a:p>
            <a:fld id="{C162EF7B-DDB8-B345-905A-1035F5FCAFD4}" type="slidenum">
              <a:rPr lang="en-US" smtClean="0"/>
              <a:t>4</a:t>
            </a:fld>
            <a:endParaRPr lang="en-US"/>
          </a:p>
        </p:txBody>
      </p:sp>
    </p:spTree>
    <p:extLst>
      <p:ext uri="{BB962C8B-B14F-4D97-AF65-F5344CB8AC3E}">
        <p14:creationId xmlns:p14="http://schemas.microsoft.com/office/powerpoint/2010/main" val="1150984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Before looking at the simulation results =&gt; highlight main controller mechanisms responsible for the inverter fault current</a:t>
            </a:r>
          </a:p>
          <a:p>
            <a:pPr marL="0" indent="0">
              <a:buFontTx/>
              <a:buNone/>
            </a:pPr>
            <a:r>
              <a:rPr lang="en-CA" dirty="0"/>
              <a:t>- PLL determines the rotating </a:t>
            </a:r>
            <a:r>
              <a:rPr lang="en-CA" dirty="0" err="1"/>
              <a:t>dq</a:t>
            </a:r>
            <a:r>
              <a:rPr lang="en-CA" dirty="0"/>
              <a:t> reference frame =&gt; attempts to align d-axis with positive sequence voltage</a:t>
            </a:r>
          </a:p>
          <a:p>
            <a:pPr marL="171450" indent="-171450">
              <a:buFontTx/>
              <a:buChar char="-"/>
            </a:pPr>
            <a:r>
              <a:rPr lang="en-CA" dirty="0"/>
              <a:t>P/omega control and Q/V control</a:t>
            </a:r>
          </a:p>
          <a:p>
            <a:pPr marL="171450" indent="-171450">
              <a:buFontTx/>
              <a:buChar char="-"/>
            </a:pPr>
            <a:r>
              <a:rPr lang="en-CA" dirty="0"/>
              <a:t>Voltage drop =&gt; current increase to maintain Pref and </a:t>
            </a:r>
            <a:r>
              <a:rPr lang="en-CA" dirty="0" err="1"/>
              <a:t>Qref</a:t>
            </a:r>
            <a:endParaRPr lang="en-CA" dirty="0"/>
          </a:p>
          <a:p>
            <a:pPr marL="171450" indent="-171450">
              <a:buFontTx/>
              <a:buChar char="-"/>
            </a:pPr>
            <a:r>
              <a:rPr lang="en-CA" dirty="0"/>
              <a:t>Low-voltage state-freeze logic =&gt; protects the inverter controller from low voltage drops</a:t>
            </a:r>
          </a:p>
          <a:p>
            <a:pPr marL="628650" lvl="1" indent="-171450">
              <a:buFontTx/>
              <a:buChar char="-"/>
            </a:pPr>
            <a:r>
              <a:rPr lang="en-CA" dirty="0"/>
              <a:t>PI integrator states stop updating =&gt; previous error value is retained =&gt; dependence on pre-fault controller state</a:t>
            </a:r>
          </a:p>
          <a:p>
            <a:r>
              <a:rPr lang="en-CA" dirty="0"/>
              <a:t>(I suspect from the literature review that IBRs have the same kind of control behavior)</a:t>
            </a:r>
          </a:p>
          <a:p>
            <a:r>
              <a:rPr lang="en-CA" dirty="0"/>
              <a:t>(Using a PI controller because when inverter is stable =&gt; </a:t>
            </a:r>
            <a:r>
              <a:rPr lang="en-CA" dirty="0" err="1"/>
              <a:t>dq</a:t>
            </a:r>
            <a:r>
              <a:rPr lang="en-CA" dirty="0"/>
              <a:t> frame =&gt; the values the controller try to regulate becomes DC values =&gt; integrator forces the error to 0)</a:t>
            </a:r>
          </a:p>
        </p:txBody>
      </p:sp>
      <p:sp>
        <p:nvSpPr>
          <p:cNvPr id="4" name="Slide Number Placeholder 3"/>
          <p:cNvSpPr>
            <a:spLocks noGrp="1"/>
          </p:cNvSpPr>
          <p:nvPr>
            <p:ph type="sldNum" sz="quarter" idx="5"/>
          </p:nvPr>
        </p:nvSpPr>
        <p:spPr/>
        <p:txBody>
          <a:bodyPr/>
          <a:lstStyle/>
          <a:p>
            <a:fld id="{C162EF7B-DDB8-B345-905A-1035F5FCAFD4}" type="slidenum">
              <a:rPr lang="en-US" smtClean="0"/>
              <a:t>5</a:t>
            </a:fld>
            <a:endParaRPr lang="en-US"/>
          </a:p>
        </p:txBody>
      </p:sp>
    </p:spTree>
    <p:extLst>
      <p:ext uri="{BB962C8B-B14F-4D97-AF65-F5344CB8AC3E}">
        <p14:creationId xmlns:p14="http://schemas.microsoft.com/office/powerpoint/2010/main" val="898159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B3703-F924-585A-6BD7-5395FAB65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1FCE5-6845-62D4-5EFD-E99B57485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954D7-F833-834A-2ECD-06B1B1CDB686}"/>
              </a:ext>
            </a:extLst>
          </p:cNvPr>
          <p:cNvSpPr>
            <a:spLocks noGrp="1"/>
          </p:cNvSpPr>
          <p:nvPr>
            <p:ph type="body" idx="1"/>
          </p:nvPr>
        </p:nvSpPr>
        <p:spPr/>
        <p:txBody>
          <a:bodyPr/>
          <a:lstStyle/>
          <a:p>
            <a:r>
              <a:rPr lang="en-CA" dirty="0"/>
              <a:t>To generate the dataset =&gt; controlled single-inverter PSCAD tb</a:t>
            </a:r>
          </a:p>
          <a:p>
            <a:pPr marL="171450" indent="-171450">
              <a:buFontTx/>
              <a:buChar char="-"/>
            </a:pPr>
            <a:r>
              <a:rPr lang="en-CA" dirty="0"/>
              <a:t>Vary Pref and </a:t>
            </a:r>
            <a:r>
              <a:rPr lang="en-CA" dirty="0" err="1"/>
              <a:t>Qref</a:t>
            </a:r>
            <a:r>
              <a:rPr lang="en-CA" dirty="0"/>
              <a:t> and pre-fault voltage magnitude Apply voltage disturbance and vary both post-fault voltage magnitude and phase</a:t>
            </a:r>
          </a:p>
          <a:p>
            <a:pPr marL="171450" indent="-171450">
              <a:buFontTx/>
              <a:buChar char="-"/>
            </a:pPr>
            <a:r>
              <a:rPr lang="en-CA" dirty="0"/>
              <a:t>For each case =&gt; allow inverter to reach </a:t>
            </a:r>
            <a:r>
              <a:rPr lang="en-CA" dirty="0" err="1"/>
              <a:t>prefault</a:t>
            </a:r>
            <a:r>
              <a:rPr lang="en-CA" dirty="0"/>
              <a:t> steady state =&gt; apply fault =&gt; record sustained fault response</a:t>
            </a:r>
          </a:p>
          <a:p>
            <a:endParaRPr lang="en-CA" dirty="0"/>
          </a:p>
          <a:p>
            <a:r>
              <a:rPr lang="en-CA" dirty="0"/>
              <a:t>Sweep V, voltage phase, Pref, </a:t>
            </a:r>
            <a:r>
              <a:rPr lang="en-CA" dirty="0" err="1"/>
              <a:t>Qref</a:t>
            </a:r>
            <a:r>
              <a:rPr lang="en-CA" dirty="0"/>
              <a:t>, </a:t>
            </a:r>
            <a:r>
              <a:rPr lang="en-CA" dirty="0" err="1"/>
              <a:t>Vprefault</a:t>
            </a:r>
            <a:r>
              <a:rPr lang="en-CA" dirty="0"/>
              <a:t>; allow pre-fault steady state; apply voltage disturbance; extract sustained post-fault response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(assume the PLL is locked onto grid voltage during normal operations)</a:t>
            </a:r>
          </a:p>
          <a:p>
            <a:r>
              <a:rPr lang="en-CA" dirty="0"/>
              <a:t>(Varied the fault-inception time =&gt; for balanced fault this turns out not to matter because control sync to </a:t>
            </a:r>
            <a:r>
              <a:rPr lang="en-CA" dirty="0" err="1"/>
              <a:t>dq</a:t>
            </a:r>
            <a:r>
              <a:rPr lang="en-CA" dirty="0"/>
              <a:t>-frame =&gt; fault sees the same on Phase A, B and C)</a:t>
            </a:r>
          </a:p>
          <a:p>
            <a:endParaRPr lang="en-CA" dirty="0"/>
          </a:p>
        </p:txBody>
      </p:sp>
      <p:sp>
        <p:nvSpPr>
          <p:cNvPr id="4" name="Slide Number Placeholder 3">
            <a:extLst>
              <a:ext uri="{FF2B5EF4-FFF2-40B4-BE49-F238E27FC236}">
                <a16:creationId xmlns:a16="http://schemas.microsoft.com/office/drawing/2014/main" id="{15F981F8-59CB-AE80-7401-09EDC5C8C479}"/>
              </a:ext>
            </a:extLst>
          </p:cNvPr>
          <p:cNvSpPr>
            <a:spLocks noGrp="1"/>
          </p:cNvSpPr>
          <p:nvPr>
            <p:ph type="sldNum" sz="quarter" idx="5"/>
          </p:nvPr>
        </p:nvSpPr>
        <p:spPr/>
        <p:txBody>
          <a:bodyPr/>
          <a:lstStyle/>
          <a:p>
            <a:fld id="{C162EF7B-DDB8-B345-905A-1035F5FCAFD4}" type="slidenum">
              <a:rPr lang="en-US" smtClean="0"/>
              <a:t>6</a:t>
            </a:fld>
            <a:endParaRPr lang="en-US"/>
          </a:p>
        </p:txBody>
      </p:sp>
    </p:spTree>
    <p:extLst>
      <p:ext uri="{BB962C8B-B14F-4D97-AF65-F5344CB8AC3E}">
        <p14:creationId xmlns:p14="http://schemas.microsoft.com/office/powerpoint/2010/main" val="2777315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CA" dirty="0"/>
                  <a:t>P and Q vs the post-fault voltage</a:t>
                </a:r>
              </a:p>
              <a:p>
                <a:r>
                  <a:rPr lang="en-CA" dirty="0"/>
                  <a:t>Show that </a:t>
                </a:r>
                <a14:m>
                  <m:oMath xmlns:m="http://schemas.openxmlformats.org/officeDocument/2006/math">
                    <m:r>
                      <a:rPr lang="en-CA" sz="1200" i="1" kern="1200">
                        <a:solidFill>
                          <a:schemeClr val="tx1"/>
                        </a:solidFill>
                        <a:latin typeface="Cambria Math" panose="02040503050406030204" pitchFamily="18" charset="0"/>
                        <a:ea typeface="+mn-ea"/>
                        <a:cs typeface="+mn-cs"/>
                      </a:rPr>
                      <m:t>𝑃</m:t>
                    </m:r>
                    <m:r>
                      <a:rPr lang="en-CA" sz="1200" i="0" kern="1200">
                        <a:solidFill>
                          <a:schemeClr val="tx1"/>
                        </a:solidFill>
                        <a:latin typeface="Cambria Math" panose="02040503050406030204" pitchFamily="18" charset="0"/>
                        <a:ea typeface="+mn-ea"/>
                        <a:cs typeface="+mn-cs"/>
                      </a:rPr>
                      <m:t>,</m:t>
                    </m:r>
                    <m:r>
                      <a:rPr lang="en-CA" sz="1200" i="1" kern="1200">
                        <a:solidFill>
                          <a:schemeClr val="tx1"/>
                        </a:solidFill>
                        <a:latin typeface="Cambria Math" panose="02040503050406030204" pitchFamily="18" charset="0"/>
                        <a:ea typeface="+mn-ea"/>
                        <a:cs typeface="+mn-cs"/>
                      </a:rPr>
                      <m:t>𝑄</m:t>
                    </m:r>
                  </m:oMath>
                </a14:m>
                <a:r>
                  <a:rPr lang="en-CA" dirty="0"/>
                  <a:t> follow references normally, then depart below the control boundary</a:t>
                </a:r>
              </a:p>
              <a:p>
                <a:r>
                  <a:rPr lang="en-CA" dirty="0"/>
                  <a:t>Note when P and Q follow a trajectory from commanded P and Q under </a:t>
                </a:r>
                <a:r>
                  <a:rPr lang="en-CA" dirty="0" err="1"/>
                  <a:t>Vfreeze</a:t>
                </a:r>
                <a:r>
                  <a:rPr lang="en-CA" dirty="0"/>
                  <a:t>.</a:t>
                </a:r>
              </a:p>
              <a:p>
                <a:r>
                  <a:rPr lang="en-CA" dirty="0"/>
                  <a:t>Note the effect of </a:t>
                </a:r>
                <a:r>
                  <a:rPr lang="en-CA" dirty="0" err="1"/>
                  <a:t>prefault</a:t>
                </a:r>
                <a:r>
                  <a:rPr lang="en-CA" dirty="0"/>
                  <a:t> Voltage if voltage decrease below </a:t>
                </a:r>
                <a:r>
                  <a:rPr lang="en-CA" dirty="0" err="1"/>
                  <a:t>Vfreeze</a:t>
                </a:r>
                <a:r>
                  <a:rPr lang="en-CA" dirty="0"/>
                  <a:t>.</a:t>
                </a:r>
              </a:p>
              <a:p>
                <a:r>
                  <a:rPr lang="en-CA" dirty="0"/>
                  <a:t>Note the undetermined behavior when voltage is low =&gt; IBR forces voltage to be not 0 =&gt; PLL can’t find phase if voltage is small</a:t>
                </a:r>
              </a:p>
              <a:p>
                <a:r>
                  <a:rPr lang="en-CA" dirty="0"/>
                  <a:t>- Voltage never drops to 0 even when the voltage at the terminal -&gt; 0</a:t>
                </a:r>
              </a:p>
            </p:txBody>
          </p:sp>
        </mc:Choice>
        <mc:Fallback>
          <p:sp>
            <p:nvSpPr>
              <p:cNvPr id="3" name="Notes Placeholder 2"/>
              <p:cNvSpPr>
                <a:spLocks noGrp="1"/>
              </p:cNvSpPr>
              <p:nvPr>
                <p:ph type="body" idx="1"/>
              </p:nvPr>
            </p:nvSpPr>
            <p:spPr/>
            <p:txBody>
              <a:bodyPr/>
              <a:lstStyle/>
              <a:p>
                <a:r>
                  <a:rPr lang="en-CA" dirty="0"/>
                  <a:t>P and Q vs the post-fault voltage</a:t>
                </a:r>
              </a:p>
              <a:p>
                <a:r>
                  <a:rPr lang="en-CA" dirty="0"/>
                  <a:t>Show that </a:t>
                </a:r>
                <a:r>
                  <a:rPr lang="en-CA" sz="1200" i="0" kern="1200">
                    <a:solidFill>
                      <a:schemeClr val="tx1"/>
                    </a:solidFill>
                    <a:latin typeface="Cambria Math" panose="02040503050406030204" pitchFamily="18" charset="0"/>
                    <a:ea typeface="+mn-ea"/>
                    <a:cs typeface="+mn-cs"/>
                  </a:rPr>
                  <a:t>𝑃,𝑄</a:t>
                </a:r>
                <a:r>
                  <a:rPr lang="en-CA" dirty="0"/>
                  <a:t> follow references normally, then depart below the control boundary</a:t>
                </a:r>
              </a:p>
              <a:p>
                <a:r>
                  <a:rPr lang="en-CA" dirty="0"/>
                  <a:t>Note when P and Q follow a trajectory from commanded P and Q under </a:t>
                </a:r>
                <a:r>
                  <a:rPr lang="en-CA" dirty="0" err="1"/>
                  <a:t>Vfreeze</a:t>
                </a:r>
                <a:r>
                  <a:rPr lang="en-CA" dirty="0"/>
                  <a:t>.</a:t>
                </a:r>
              </a:p>
              <a:p>
                <a:r>
                  <a:rPr lang="en-CA" dirty="0"/>
                  <a:t>Note the effect of </a:t>
                </a:r>
                <a:r>
                  <a:rPr lang="en-CA" dirty="0" err="1"/>
                  <a:t>prefault</a:t>
                </a:r>
                <a:r>
                  <a:rPr lang="en-CA" dirty="0"/>
                  <a:t> Voltage if voltage decrease below </a:t>
                </a:r>
                <a:r>
                  <a:rPr lang="en-CA" dirty="0" err="1"/>
                  <a:t>Vfreeze</a:t>
                </a:r>
                <a:r>
                  <a:rPr lang="en-CA" dirty="0"/>
                  <a:t>.</a:t>
                </a:r>
              </a:p>
              <a:p>
                <a:r>
                  <a:rPr lang="en-CA" dirty="0"/>
                  <a:t>Note the undetermined behavior when voltage is low =&gt; IBR forces voltage to be not 0 =&gt; PLL can’t find phase if voltage is small</a:t>
                </a:r>
              </a:p>
              <a:p>
                <a:r>
                  <a:rPr lang="en-CA" dirty="0"/>
                  <a:t>- Voltage never drops to 0 even when the voltage at the terminal -&gt; 0</a:t>
                </a:r>
              </a:p>
            </p:txBody>
          </p:sp>
        </mc:Fallback>
      </mc:AlternateContent>
      <p:sp>
        <p:nvSpPr>
          <p:cNvPr id="4" name="Slide Number Placeholder 3"/>
          <p:cNvSpPr>
            <a:spLocks noGrp="1"/>
          </p:cNvSpPr>
          <p:nvPr>
            <p:ph type="sldNum" sz="quarter" idx="5"/>
          </p:nvPr>
        </p:nvSpPr>
        <p:spPr/>
        <p:txBody>
          <a:bodyPr/>
          <a:lstStyle/>
          <a:p>
            <a:fld id="{C162EF7B-DDB8-B345-905A-1035F5FCAFD4}" type="slidenum">
              <a:rPr lang="en-US" smtClean="0"/>
              <a:t>7</a:t>
            </a:fld>
            <a:endParaRPr lang="en-US"/>
          </a:p>
        </p:txBody>
      </p:sp>
    </p:spTree>
    <p:extLst>
      <p:ext uri="{BB962C8B-B14F-4D97-AF65-F5344CB8AC3E}">
        <p14:creationId xmlns:p14="http://schemas.microsoft.com/office/powerpoint/2010/main" val="17468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Reiterate current phase error at low voltage.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Current limiting and state freezing are distinct boundaries.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Imax.</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the effect of </a:t>
                </a:r>
                <a:r>
                  <a:rPr lang="en-CA" dirty="0" err="1"/>
                  <a:t>prefault</a:t>
                </a:r>
                <a:r>
                  <a:rPr lang="en-CA" dirty="0"/>
                  <a:t> Voltage if voltage decrease below </a:t>
                </a:r>
                <a:r>
                  <a:rPr lang="en-CA" dirty="0" err="1"/>
                  <a:t>Vfreeze</a:t>
                </a:r>
                <a:r>
                  <a:rPr lang="en-C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that the inverter does not have to drop below </a:t>
                </a:r>
                <a:r>
                  <a:rPr lang="en-CA" dirty="0" err="1"/>
                  <a:t>Vfreeze</a:t>
                </a:r>
                <a:r>
                  <a:rPr lang="en-CA" dirty="0"/>
                  <a:t> to meet Imax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the undetermined behavior when voltage is low =&gt; more drastic as apparent power increases)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Explain history dependence and the </a:t>
                </a:r>
                <a14:m>
                  <m:oMath xmlns:m="http://schemas.openxmlformats.org/officeDocument/2006/math">
                    <m:r>
                      <a:rPr lang="en-CA" sz="1200" kern="1200">
                        <a:solidFill>
                          <a:schemeClr val="tx1"/>
                        </a:solidFill>
                        <a:latin typeface="Cambria Math" panose="02040503050406030204" pitchFamily="18" charset="0"/>
                        <a:ea typeface="+mn-ea"/>
                        <a:cs typeface="+mn-cs"/>
                      </a:rPr>
                      <m:t>−</m:t>
                    </m:r>
                    <m:sSup>
                      <m:sSupPr>
                        <m:ctrlPr>
                          <a:rPr lang="en-CA" sz="1200" i="0" kern="1200">
                            <a:solidFill>
                              <a:schemeClr val="tx1"/>
                            </a:solidFill>
                            <a:latin typeface="Cambria Math" panose="02040503050406030204" pitchFamily="18" charset="0"/>
                            <a:ea typeface="+mn-ea"/>
                            <a:cs typeface="+mn-cs"/>
                          </a:rPr>
                        </m:ctrlPr>
                      </m:sSupPr>
                      <m:e>
                        <m:r>
                          <a:rPr lang="en-CA" sz="1200" i="0" kern="1200">
                            <a:solidFill>
                              <a:schemeClr val="tx1"/>
                            </a:solidFill>
                            <a:latin typeface="Cambria Math" panose="02040503050406030204" pitchFamily="18" charset="0"/>
                            <a:ea typeface="+mn-ea"/>
                            <a:cs typeface="+mn-cs"/>
                          </a:rPr>
                          <m:t>30</m:t>
                        </m:r>
                      </m:e>
                      <m:sup>
                        <m:r>
                          <a:rPr lang="en-CA" sz="1200" i="0" kern="1200">
                            <a:solidFill>
                              <a:schemeClr val="tx1"/>
                            </a:solidFill>
                            <a:latin typeface="Cambria Math" panose="02040503050406030204" pitchFamily="18" charset="0"/>
                            <a:ea typeface="+mn-ea"/>
                            <a:cs typeface="+mn-cs"/>
                          </a:rPr>
                          <m:t>∘</m:t>
                        </m:r>
                      </m:sup>
                    </m:sSup>
                  </m:oMath>
                </a14:m>
                <a:r>
                  <a:rPr lang="en-CA" dirty="0"/>
                  <a:t>to </a:t>
                </a:r>
                <a14:m>
                  <m:oMath xmlns:m="http://schemas.openxmlformats.org/officeDocument/2006/math">
                    <m:r>
                      <a:rPr lang="en-CA" sz="1200" kern="1200">
                        <a:solidFill>
                          <a:schemeClr val="tx1"/>
                        </a:solidFill>
                        <a:latin typeface="Cambria Math" panose="02040503050406030204" pitchFamily="18" charset="0"/>
                        <a:ea typeface="+mn-ea"/>
                        <a:cs typeface="+mn-cs"/>
                      </a:rPr>
                      <m:t>−</m:t>
                    </m:r>
                    <m:sSup>
                      <m:sSupPr>
                        <m:ctrlPr>
                          <a:rPr lang="en-CA" sz="1200" i="0" kern="1200">
                            <a:solidFill>
                              <a:schemeClr val="tx1"/>
                            </a:solidFill>
                            <a:latin typeface="Cambria Math" panose="02040503050406030204" pitchFamily="18" charset="0"/>
                            <a:ea typeface="+mn-ea"/>
                            <a:cs typeface="+mn-cs"/>
                          </a:rPr>
                        </m:ctrlPr>
                      </m:sSupPr>
                      <m:e>
                        <m:r>
                          <a:rPr lang="en-CA" sz="1200" i="0" kern="1200">
                            <a:solidFill>
                              <a:schemeClr val="tx1"/>
                            </a:solidFill>
                            <a:latin typeface="Cambria Math" panose="02040503050406030204" pitchFamily="18" charset="0"/>
                            <a:ea typeface="+mn-ea"/>
                            <a:cs typeface="+mn-cs"/>
                          </a:rPr>
                          <m:t>120</m:t>
                        </m:r>
                      </m:e>
                      <m:sup>
                        <m:r>
                          <a:rPr lang="en-CA" sz="1200" i="0" kern="1200">
                            <a:solidFill>
                              <a:schemeClr val="tx1"/>
                            </a:solidFill>
                            <a:latin typeface="Cambria Math" panose="02040503050406030204" pitchFamily="18" charset="0"/>
                            <a:ea typeface="+mn-ea"/>
                            <a:cs typeface="+mn-cs"/>
                          </a:rPr>
                          <m:t>∘</m:t>
                        </m:r>
                      </m:sup>
                    </m:sSup>
                  </m:oMath>
                </a14:m>
                <a:r>
                  <a:rPr lang="en-CA" dirty="0"/>
                  <a:t> phase bands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Highlight increased nonlinear behavior at low voltage.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Note that voltage never drops to 0 =&gt; that’s why phase looks </a:t>
                </a:r>
                <a:r>
                  <a:rPr lang="en-CA" dirty="0" err="1"/>
                  <a:t>undeterministic</a:t>
                </a:r>
                <a:r>
                  <a:rPr lang="en-CA" dirty="0"/>
                  <a:t> =&gt; poor voltage reference</a:t>
                </a:r>
              </a:p>
              <a:p>
                <a:endParaRPr lang="en-CA" dirty="0"/>
              </a:p>
            </p:txBody>
          </p:sp>
        </mc:Choice>
        <mc:Fallback>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Reiterate current phase error at low voltage.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Current limiting and state freezing are distinct boundaries.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Imax.</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the effect of </a:t>
                </a:r>
                <a:r>
                  <a:rPr lang="en-CA" dirty="0" err="1"/>
                  <a:t>prefault</a:t>
                </a:r>
                <a:r>
                  <a:rPr lang="en-CA" dirty="0"/>
                  <a:t> Voltage if voltage decrease below </a:t>
                </a:r>
                <a:r>
                  <a:rPr lang="en-CA" dirty="0" err="1"/>
                  <a:t>Vfreeze</a:t>
                </a:r>
                <a:r>
                  <a:rPr lang="en-C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that the inverter does not have to drop below </a:t>
                </a:r>
                <a:r>
                  <a:rPr lang="en-CA" dirty="0" err="1"/>
                  <a:t>Vfreeze</a:t>
                </a:r>
                <a:r>
                  <a:rPr lang="en-CA" dirty="0"/>
                  <a:t> to meet Imax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the undetermined behavior when voltage is low =&gt; more drastic as apparent power increases)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Explain history dependence and the </a:t>
                </a:r>
                <a:r>
                  <a:rPr lang="en-CA" sz="1200" i="0" kern="1200">
                    <a:solidFill>
                      <a:schemeClr val="tx1"/>
                    </a:solidFill>
                    <a:latin typeface="Cambria Math" panose="02040503050406030204" pitchFamily="18" charset="0"/>
                    <a:ea typeface="+mn-ea"/>
                    <a:cs typeface="+mn-cs"/>
                  </a:rPr>
                  <a:t>−30^∘</a:t>
                </a:r>
                <a:r>
                  <a:rPr lang="en-CA" dirty="0"/>
                  <a:t>to </a:t>
                </a:r>
                <a:r>
                  <a:rPr lang="en-CA" sz="1200" i="0" kern="1200">
                    <a:solidFill>
                      <a:schemeClr val="tx1"/>
                    </a:solidFill>
                    <a:latin typeface="Cambria Math" panose="02040503050406030204" pitchFamily="18" charset="0"/>
                    <a:ea typeface="+mn-ea"/>
                    <a:cs typeface="+mn-cs"/>
                  </a:rPr>
                  <a:t>−120^∘</a:t>
                </a:r>
                <a:r>
                  <a:rPr lang="en-CA" dirty="0"/>
                  <a:t> phase bands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Highlight increased nonlinear behavior at low voltage.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Note that voltage never drops to 0 =&gt; that’s why phase looks </a:t>
                </a:r>
                <a:r>
                  <a:rPr lang="en-CA" dirty="0" err="1"/>
                  <a:t>undeterministic</a:t>
                </a:r>
                <a:r>
                  <a:rPr lang="en-CA" dirty="0"/>
                  <a:t> =&gt; poor voltage reference</a:t>
                </a:r>
              </a:p>
              <a:p>
                <a:endParaRPr lang="en-CA" dirty="0"/>
              </a:p>
            </p:txBody>
          </p:sp>
        </mc:Fallback>
      </mc:AlternateContent>
      <p:sp>
        <p:nvSpPr>
          <p:cNvPr id="4" name="Slide Number Placeholder 3"/>
          <p:cNvSpPr>
            <a:spLocks noGrp="1"/>
          </p:cNvSpPr>
          <p:nvPr>
            <p:ph type="sldNum" sz="quarter" idx="5"/>
          </p:nvPr>
        </p:nvSpPr>
        <p:spPr/>
        <p:txBody>
          <a:bodyPr/>
          <a:lstStyle/>
          <a:p>
            <a:fld id="{C162EF7B-DDB8-B345-905A-1035F5FCAFD4}" type="slidenum">
              <a:rPr lang="en-US" smtClean="0"/>
              <a:t>8</a:t>
            </a:fld>
            <a:endParaRPr lang="en-US"/>
          </a:p>
        </p:txBody>
      </p:sp>
    </p:spTree>
    <p:extLst>
      <p:ext uri="{BB962C8B-B14F-4D97-AF65-F5344CB8AC3E}">
        <p14:creationId xmlns:p14="http://schemas.microsoft.com/office/powerpoint/2010/main" val="325968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7E750-0720-BEBF-C4F3-07CF1F251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7A6F5-7CE4-F70C-3DB7-78F776B2F4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D3C2A-619B-C966-562E-1C623EDFA0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Keep the model as physics-base and simple as possible =&gt; use empirical param when basic relationships are no longer sufficient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Start with normal operations =&gt; expected connections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Observe PSCAD data as terminal voltage is reduced =&gt; above </a:t>
            </a:r>
            <a:r>
              <a:rPr lang="en-CA" dirty="0" err="1"/>
              <a:t>Vfreeze</a:t>
            </a:r>
            <a:r>
              <a:rPr lang="en-CA" dirty="0"/>
              <a:t> conventional relationships work well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Below </a:t>
            </a:r>
            <a:r>
              <a:rPr lang="en-CA" dirty="0" err="1"/>
              <a:t>Vfreeze</a:t>
            </a:r>
            <a:r>
              <a:rPr lang="en-CA" dirty="0"/>
              <a:t> =&gt; behavior begins to depend on </a:t>
            </a:r>
            <a:r>
              <a:rPr lang="en-CA" dirty="0" err="1"/>
              <a:t>prefault</a:t>
            </a:r>
            <a:r>
              <a:rPr lang="en-CA" dirty="0"/>
              <a:t> voltage and controller states =&gt; empirical corrections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that I’m modelling the </a:t>
            </a:r>
            <a:r>
              <a:rPr lang="en-CA" dirty="0" err="1"/>
              <a:t>prefault</a:t>
            </a:r>
            <a:r>
              <a:rPr lang="en-CA" dirty="0"/>
              <a:t> state as a virtual source behind a dynamic impedance that I use an empirical term to estimate)</a:t>
            </a:r>
          </a:p>
        </p:txBody>
      </p:sp>
      <p:sp>
        <p:nvSpPr>
          <p:cNvPr id="4" name="Slide Number Placeholder 3">
            <a:extLst>
              <a:ext uri="{FF2B5EF4-FFF2-40B4-BE49-F238E27FC236}">
                <a16:creationId xmlns:a16="http://schemas.microsoft.com/office/drawing/2014/main" id="{9A513E78-3284-FE92-C7EA-ADE342750179}"/>
              </a:ext>
            </a:extLst>
          </p:cNvPr>
          <p:cNvSpPr>
            <a:spLocks noGrp="1"/>
          </p:cNvSpPr>
          <p:nvPr>
            <p:ph type="sldNum" sz="quarter" idx="5"/>
          </p:nvPr>
        </p:nvSpPr>
        <p:spPr/>
        <p:txBody>
          <a:bodyPr/>
          <a:lstStyle/>
          <a:p>
            <a:fld id="{C162EF7B-DDB8-B345-905A-1035F5FCAFD4}" type="slidenum">
              <a:rPr lang="en-US" smtClean="0"/>
              <a:t>9</a:t>
            </a:fld>
            <a:endParaRPr lang="en-US"/>
          </a:p>
        </p:txBody>
      </p:sp>
    </p:spTree>
    <p:extLst>
      <p:ext uri="{BB962C8B-B14F-4D97-AF65-F5344CB8AC3E}">
        <p14:creationId xmlns:p14="http://schemas.microsoft.com/office/powerpoint/2010/main" val="684655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E135D-5A9A-5C02-696A-2297A31CF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6EB6F-E981-16B3-2E7C-F465BFCBA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21AC9-03A1-604C-955D-4C767400C7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Using modeling philosophy from previous slide =&gt; empirical model obtained</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active power =&gt; power law</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reactive power =&gt; voltage dependent correction term</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Once </a:t>
            </a:r>
            <a:r>
              <a:rPr lang="en-CA" dirty="0" err="1"/>
              <a:t>Pcalc</a:t>
            </a:r>
            <a:r>
              <a:rPr lang="en-CA" dirty="0"/>
              <a:t> and Qcalc are known =&gt; recover current using complex-power relationship and enforce I &lt; Imax</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Similarly, use </a:t>
            </a:r>
            <a:r>
              <a:rPr lang="en-CA" dirty="0" err="1"/>
              <a:t>Pcalc</a:t>
            </a:r>
            <a:r>
              <a:rPr lang="en-CA" dirty="0"/>
              <a:t> and Qcalc to model I phase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a:t>
            </a:r>
            <a:r>
              <a:rPr lang="en-CA" dirty="0" err="1"/>
              <a:t>Fmincon</a:t>
            </a:r>
            <a:r>
              <a:rPr lang="en-CA" dirty="0"/>
              <a:t> =&gt; explain the optimization (MSE with error cap to prevent large errors skewing the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Phase offset pi/6 might be caused by how I use PSCAD to calculate the phase (I is positive sequence but V is line to line?)</a:t>
            </a:r>
          </a:p>
          <a:p>
            <a:r>
              <a:rPr lang="en-CA" dirty="0"/>
              <a:t>3 modes of operation is not an universal number, but within the space I investigated, the simulations only showed three modes of operation associated with identifiable controller mechanisms</a:t>
            </a:r>
          </a:p>
          <a:p>
            <a:pPr marL="171450" indent="-171450">
              <a:buFontTx/>
              <a:buChar char="-"/>
            </a:pPr>
            <a:r>
              <a:rPr lang="en-CA" dirty="0"/>
              <a:t>I selected the minimum number of breakpoints needed to capture those transitions.</a:t>
            </a:r>
          </a:p>
          <a:p>
            <a:pPr marL="171450" indent="-171450">
              <a:buFontTx/>
              <a:buChar char="-"/>
            </a:pPr>
            <a:r>
              <a:rPr lang="en-CA" dirty="0"/>
              <a:t>Introducing further break points did not reveal another consistent physical regime or provide a meaningful improvement in validation accuracy </a:t>
            </a:r>
          </a:p>
          <a:p>
            <a:endParaRPr lang="en-CA" dirty="0"/>
          </a:p>
          <a:p>
            <a:endParaRPr lang="en-CA" dirty="0"/>
          </a:p>
        </p:txBody>
      </p:sp>
      <p:sp>
        <p:nvSpPr>
          <p:cNvPr id="4" name="Slide Number Placeholder 3">
            <a:extLst>
              <a:ext uri="{FF2B5EF4-FFF2-40B4-BE49-F238E27FC236}">
                <a16:creationId xmlns:a16="http://schemas.microsoft.com/office/drawing/2014/main" id="{67CA810A-0532-F6F3-4A22-FE778B22D2E2}"/>
              </a:ext>
            </a:extLst>
          </p:cNvPr>
          <p:cNvSpPr>
            <a:spLocks noGrp="1"/>
          </p:cNvSpPr>
          <p:nvPr>
            <p:ph type="sldNum" sz="quarter" idx="5"/>
          </p:nvPr>
        </p:nvSpPr>
        <p:spPr/>
        <p:txBody>
          <a:bodyPr/>
          <a:lstStyle/>
          <a:p>
            <a:fld id="{C162EF7B-DDB8-B345-905A-1035F5FCAFD4}" type="slidenum">
              <a:rPr lang="en-US" smtClean="0"/>
              <a:t>10</a:t>
            </a:fld>
            <a:endParaRPr lang="en-US"/>
          </a:p>
        </p:txBody>
      </p:sp>
    </p:spTree>
    <p:extLst>
      <p:ext uri="{BB962C8B-B14F-4D97-AF65-F5344CB8AC3E}">
        <p14:creationId xmlns:p14="http://schemas.microsoft.com/office/powerpoint/2010/main" val="710209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CA" dirty="0"/>
                  <a:t>Current magnitude =&gt; agreement is quite strong =&gt; </a:t>
                </a:r>
                <a:r>
                  <a:rPr lang="en-CA" b="1" dirty="0"/>
                  <a:t>98.95% within 0.1 </a:t>
                </a:r>
                <a:r>
                  <a:rPr lang="en-CA" b="1" dirty="0" err="1"/>
                  <a:t>pu</a:t>
                </a:r>
                <a:r>
                  <a:rPr lang="en-CA" b="1" dirty="0"/>
                  <a:t> current error </a:t>
                </a:r>
                <a:r>
                  <a:rPr lang="en-CA" b="0" dirty="0"/>
                  <a:t>=&gt; errors high Ps and high Qs</a:t>
                </a:r>
              </a:p>
              <a:p>
                <a:r>
                  <a:rPr lang="en-CA" b="0" dirty="0"/>
                  <a:t>Phase prediction less accurate at low terminal voltage =&gt; consistent with weaker voltage reference for the PLL =&gt; dependent on controller state and dynamics</a:t>
                </a:r>
              </a:p>
              <a:p>
                <a:r>
                  <a:rPr lang="en-CA" b="0" dirty="0"/>
                  <a:t>Observation =&gt; even in some cases where </a:t>
                </a:r>
                <a:r>
                  <a:rPr lang="en-CA" b="0" dirty="0" err="1"/>
                  <a:t>Pcalc</a:t>
                </a:r>
                <a:r>
                  <a:rPr lang="en-CA" b="0" dirty="0"/>
                  <a:t> and Qcalc are misallocated =&gt; current magnitude is still accurate</a:t>
                </a:r>
              </a:p>
              <a:p>
                <a:r>
                  <a:rPr lang="en-CA" b="0" dirty="0"/>
                  <a:t>Away from very-low-voltage regions =&gt; phase prediction also improves significantly</a:t>
                </a:r>
              </a:p>
              <a:p>
                <a:endParaRPr lang="en-CA" dirty="0"/>
              </a:p>
              <a:p>
                <a:endParaRPr lang="en-CA" dirty="0"/>
              </a:p>
              <a:p>
                <a:r>
                  <a:rPr lang="en-CA" dirty="0"/>
                  <a:t>Say: </a:t>
                </a:r>
                <a:r>
                  <a:rPr lang="en-CA" b="1" dirty="0"/>
                  <a:t>98.95% within 0.1 </a:t>
                </a:r>
                <a:r>
                  <a:rPr lang="en-CA" b="1" dirty="0" err="1"/>
                  <a:t>pu</a:t>
                </a:r>
                <a:r>
                  <a:rPr lang="en-CA" b="1" dirty="0"/>
                  <a:t> current error</a:t>
                </a:r>
                <a:r>
                  <a:rPr lang="en-CA" dirty="0"/>
                  <a:t>, </a:t>
                </a:r>
                <a14:m>
                  <m:oMath xmlns:m="http://schemas.openxmlformats.org/officeDocument/2006/math">
                    <m:r>
                      <a:rPr lang="en-CA" sz="1200" i="1" kern="1200">
                        <a:solidFill>
                          <a:schemeClr val="tx1"/>
                        </a:solidFill>
                        <a:latin typeface="Cambria Math" panose="02040503050406030204" pitchFamily="18" charset="0"/>
                        <a:ea typeface="+mn-ea"/>
                        <a:cs typeface="+mn-cs"/>
                      </a:rPr>
                      <m:t>𝑀𝑆</m:t>
                    </m:r>
                    <m:sSub>
                      <m:sSubPr>
                        <m:ctrlPr>
                          <a:rPr lang="en-CA" sz="1200" i="1" kern="1200">
                            <a:solidFill>
                              <a:schemeClr val="tx1"/>
                            </a:solidFill>
                            <a:latin typeface="Cambria Math" panose="02040503050406030204" pitchFamily="18" charset="0"/>
                            <a:ea typeface="+mn-ea"/>
                            <a:cs typeface="+mn-cs"/>
                          </a:rPr>
                        </m:ctrlPr>
                      </m:sSubPr>
                      <m:e>
                        <m:r>
                          <a:rPr lang="en-CA" sz="1200" i="1" kern="1200">
                            <a:solidFill>
                              <a:schemeClr val="tx1"/>
                            </a:solidFill>
                            <a:latin typeface="Cambria Math" panose="02040503050406030204" pitchFamily="18" charset="0"/>
                            <a:ea typeface="+mn-ea"/>
                            <a:cs typeface="+mn-cs"/>
                          </a:rPr>
                          <m:t>𝐸</m:t>
                        </m:r>
                      </m:e>
                      <m:sub>
                        <m:r>
                          <a:rPr lang="en-CA" sz="1200" i="1" kern="1200">
                            <a:solidFill>
                              <a:schemeClr val="tx1"/>
                            </a:solidFill>
                            <a:latin typeface="Cambria Math" panose="02040503050406030204" pitchFamily="18" charset="0"/>
                            <a:ea typeface="+mn-ea"/>
                            <a:cs typeface="+mn-cs"/>
                          </a:rPr>
                          <m:t>𝐼</m:t>
                        </m:r>
                      </m:sub>
                    </m:sSub>
                    <m:r>
                      <a:rPr lang="en-CA" sz="1200" i="0" kern="1200">
                        <a:solidFill>
                          <a:schemeClr val="tx1"/>
                        </a:solidFill>
                        <a:latin typeface="Cambria Math" panose="02040503050406030204" pitchFamily="18" charset="0"/>
                        <a:ea typeface="+mn-ea"/>
                        <a:cs typeface="+mn-cs"/>
                      </a:rPr>
                      <m:t>=0.000964</m:t>
                    </m:r>
                  </m:oMath>
                </a14:m>
                <a:r>
                  <a:rPr lang="en-CA" dirty="0"/>
                  <a:t>, phase RMSE </a:t>
                </a:r>
                <a14:m>
                  <m:oMath xmlns:m="http://schemas.openxmlformats.org/officeDocument/2006/math">
                    <m:r>
                      <a:rPr lang="en-CA" sz="1200" kern="1200">
                        <a:solidFill>
                          <a:schemeClr val="tx1"/>
                        </a:solidFill>
                        <a:latin typeface="Cambria Math" panose="02040503050406030204" pitchFamily="18" charset="0"/>
                        <a:ea typeface="+mn-ea"/>
                        <a:cs typeface="+mn-cs"/>
                      </a:rPr>
                      <m:t>≈</m:t>
                    </m:r>
                    <m:sSup>
                      <m:sSupPr>
                        <m:ctrlPr>
                          <a:rPr lang="en-CA" sz="1200" i="0" kern="1200">
                            <a:solidFill>
                              <a:schemeClr val="tx1"/>
                            </a:solidFill>
                            <a:latin typeface="Cambria Math" panose="02040503050406030204" pitchFamily="18" charset="0"/>
                            <a:ea typeface="+mn-ea"/>
                            <a:cs typeface="+mn-cs"/>
                          </a:rPr>
                        </m:ctrlPr>
                      </m:sSupPr>
                      <m:e>
                        <m:r>
                          <a:rPr lang="en-CA" sz="1200" i="0" kern="1200">
                            <a:solidFill>
                              <a:schemeClr val="tx1"/>
                            </a:solidFill>
                            <a:latin typeface="Cambria Math" panose="02040503050406030204" pitchFamily="18" charset="0"/>
                            <a:ea typeface="+mn-ea"/>
                            <a:cs typeface="+mn-cs"/>
                          </a:rPr>
                          <m:t>22.06</m:t>
                        </m:r>
                      </m:e>
                      <m:sup>
                        <m:r>
                          <a:rPr lang="en-CA" sz="1200" i="0" kern="1200">
                            <a:solidFill>
                              <a:schemeClr val="tx1"/>
                            </a:solidFill>
                            <a:latin typeface="Cambria Math" panose="02040503050406030204" pitchFamily="18" charset="0"/>
                            <a:ea typeface="+mn-ea"/>
                            <a:cs typeface="+mn-cs"/>
                          </a:rPr>
                          <m:t>∘</m:t>
                        </m:r>
                      </m:sup>
                    </m:sSup>
                  </m:oMath>
                </a14:m>
                <a:r>
                  <a:rPr lang="en-CA" dirty="0"/>
                  <a:t>, with phase much better away from the very-low-voltage region.</a:t>
                </a:r>
              </a:p>
              <a:p>
                <a:r>
                  <a:rPr lang="en-CA" dirty="0"/>
                  <a:t>Explain that even though the </a:t>
                </a:r>
                <a:r>
                  <a:rPr lang="en-CA" dirty="0" err="1"/>
                  <a:t>the</a:t>
                </a:r>
                <a:r>
                  <a:rPr lang="en-CA" dirty="0"/>
                  <a:t> phase error is large at low V, the error on the current magnitude is not large =&gt; misallocation of the model to P and Q</a:t>
                </a:r>
              </a:p>
              <a:p>
                <a:pPr marL="171450" indent="-171450">
                  <a:buFontTx/>
                  <a:buChar char="-"/>
                </a:pPr>
                <a:r>
                  <a:rPr lang="en-CA" dirty="0"/>
                  <a:t>Highlights the effect of phase</a:t>
                </a:r>
              </a:p>
              <a:p>
                <a:pPr marL="0" indent="0">
                  <a:buFontTx/>
                  <a:buNone/>
                </a:pPr>
                <a:endParaRPr lang="en-CA" dirty="0"/>
              </a:p>
              <a:p>
                <a:pPr marL="0" indent="0">
                  <a:buFontTx/>
                  <a:buNone/>
                </a:pPr>
                <a:r>
                  <a:rPr lang="en-CA" dirty="0"/>
                  <a:t>The empirical relationships were developed using the single-inverter sweep data, and the finalized model was evaluated across the broader set of operating conditions. </a:t>
                </a:r>
              </a:p>
              <a:p>
                <a:pPr marL="0" indent="0">
                  <a:buFontTx/>
                  <a:buNone/>
                </a:pPr>
                <a:r>
                  <a:rPr lang="en-CA" dirty="0"/>
                  <a:t>- The reported single-inverter error statistics should be interpreted as good-of-fit across the simulated operating space. </a:t>
                </a:r>
              </a:p>
              <a:p>
                <a:pPr marL="0" indent="0">
                  <a:buFontTx/>
                  <a:buNone/>
                </a:pPr>
                <a:r>
                  <a:rPr lang="en-CA" dirty="0"/>
                  <a:t>- The separate multi-inverter network study provides an additional test of whether the model remains useful when embedded in a network.</a:t>
                </a:r>
              </a:p>
              <a:p>
                <a:pPr marL="171450" indent="-171450">
                  <a:buFontTx/>
                  <a:buChar char="-"/>
                </a:pPr>
                <a:endParaRPr lang="en-CA" dirty="0"/>
              </a:p>
              <a:p>
                <a:pPr marL="0" indent="0">
                  <a:buFontTx/>
                  <a:buNone/>
                </a:pPr>
                <a:endParaRPr lang="en-CA" dirty="0"/>
              </a:p>
            </p:txBody>
          </p:sp>
        </mc:Choice>
        <mc:Fallback>
          <p:sp>
            <p:nvSpPr>
              <p:cNvPr id="3" name="Notes Placeholder 2"/>
              <p:cNvSpPr>
                <a:spLocks noGrp="1"/>
              </p:cNvSpPr>
              <p:nvPr>
                <p:ph type="body" idx="1"/>
              </p:nvPr>
            </p:nvSpPr>
            <p:spPr/>
            <p:txBody>
              <a:bodyPr/>
              <a:lstStyle/>
              <a:p>
                <a:r>
                  <a:rPr lang="en-CA" dirty="0"/>
                  <a:t>Current magnitude =&gt; agreement is quite strong =&gt; </a:t>
                </a:r>
                <a:r>
                  <a:rPr lang="en-CA" b="1" dirty="0"/>
                  <a:t>98.95% within 0.1 </a:t>
                </a:r>
                <a:r>
                  <a:rPr lang="en-CA" b="1" dirty="0" err="1"/>
                  <a:t>pu</a:t>
                </a:r>
                <a:r>
                  <a:rPr lang="en-CA" b="1" dirty="0"/>
                  <a:t> current error </a:t>
                </a:r>
                <a:r>
                  <a:rPr lang="en-CA" b="0" dirty="0"/>
                  <a:t>=&gt; errors high Ps and high Qs</a:t>
                </a:r>
              </a:p>
              <a:p>
                <a:r>
                  <a:rPr lang="en-CA" b="0" dirty="0"/>
                  <a:t>Phase prediction less accurate at low terminal voltage =&gt; consistent with weaker voltage reference for the PLL =&gt; dependent on controller state and dynamics</a:t>
                </a:r>
              </a:p>
              <a:p>
                <a:r>
                  <a:rPr lang="en-CA" b="0" dirty="0"/>
                  <a:t>Observation =&gt; even in some cases where </a:t>
                </a:r>
                <a:r>
                  <a:rPr lang="en-CA" b="0" dirty="0" err="1"/>
                  <a:t>Pcalc</a:t>
                </a:r>
                <a:r>
                  <a:rPr lang="en-CA" b="0" dirty="0"/>
                  <a:t> and Qcalc are misallocated =&gt; current magnitude is still accurate</a:t>
                </a:r>
              </a:p>
              <a:p>
                <a:r>
                  <a:rPr lang="en-CA" b="0" dirty="0"/>
                  <a:t>Away from very-low-voltage regions =&gt; phase prediction also improves significantly</a:t>
                </a:r>
              </a:p>
              <a:p>
                <a:endParaRPr lang="en-CA" dirty="0"/>
              </a:p>
              <a:p>
                <a:endParaRPr lang="en-CA" dirty="0"/>
              </a:p>
              <a:p>
                <a:r>
                  <a:rPr lang="en-CA" dirty="0"/>
                  <a:t>Say: </a:t>
                </a:r>
                <a:r>
                  <a:rPr lang="en-CA" b="1" dirty="0"/>
                  <a:t>98.95% within 0.1 </a:t>
                </a:r>
                <a:r>
                  <a:rPr lang="en-CA" b="1" dirty="0" err="1"/>
                  <a:t>pu</a:t>
                </a:r>
                <a:r>
                  <a:rPr lang="en-CA" b="1" dirty="0"/>
                  <a:t> current error</a:t>
                </a:r>
                <a:r>
                  <a:rPr lang="en-CA" dirty="0"/>
                  <a:t>, </a:t>
                </a:r>
                <a:r>
                  <a:rPr lang="en-CA" sz="1200" i="0" kern="1200">
                    <a:solidFill>
                      <a:schemeClr val="tx1"/>
                    </a:solidFill>
                    <a:latin typeface="Cambria Math" panose="02040503050406030204" pitchFamily="18" charset="0"/>
                    <a:ea typeface="+mn-ea"/>
                    <a:cs typeface="+mn-cs"/>
                  </a:rPr>
                  <a:t>𝑀𝑆𝐸_𝐼=0.000964</a:t>
                </a:r>
                <a:r>
                  <a:rPr lang="en-CA" dirty="0"/>
                  <a:t>, phase RMSE </a:t>
                </a:r>
                <a:r>
                  <a:rPr lang="en-CA" sz="1200" i="0" kern="1200">
                    <a:solidFill>
                      <a:schemeClr val="tx1"/>
                    </a:solidFill>
                    <a:latin typeface="Cambria Math" panose="02040503050406030204" pitchFamily="18" charset="0"/>
                    <a:ea typeface="+mn-ea"/>
                    <a:cs typeface="+mn-cs"/>
                  </a:rPr>
                  <a:t>≈〖22.06〗^∘</a:t>
                </a:r>
                <a:r>
                  <a:rPr lang="en-CA" dirty="0"/>
                  <a:t>, with phase much better away from the very-low-voltage region.</a:t>
                </a:r>
              </a:p>
              <a:p>
                <a:r>
                  <a:rPr lang="en-CA" dirty="0"/>
                  <a:t>Explain that even though the </a:t>
                </a:r>
                <a:r>
                  <a:rPr lang="en-CA" dirty="0" err="1"/>
                  <a:t>the</a:t>
                </a:r>
                <a:r>
                  <a:rPr lang="en-CA" dirty="0"/>
                  <a:t> phase error is large at low V, the error on the current magnitude is not large =&gt; misallocation of the model to P and Q</a:t>
                </a:r>
              </a:p>
              <a:p>
                <a:pPr marL="171450" indent="-171450">
                  <a:buFontTx/>
                  <a:buChar char="-"/>
                </a:pPr>
                <a:r>
                  <a:rPr lang="en-CA" dirty="0"/>
                  <a:t>Highlights the effect of phase</a:t>
                </a:r>
              </a:p>
              <a:p>
                <a:pPr marL="0" indent="0">
                  <a:buFontTx/>
                  <a:buNone/>
                </a:pPr>
                <a:endParaRPr lang="en-CA" dirty="0"/>
              </a:p>
              <a:p>
                <a:pPr marL="0" indent="0">
                  <a:buFontTx/>
                  <a:buNone/>
                </a:pPr>
                <a:r>
                  <a:rPr lang="en-CA" dirty="0"/>
                  <a:t>The empirical relationships were developed using the single-inverter sweep data, and the finalized model was evaluated across the broader set of operating conditions. </a:t>
                </a:r>
              </a:p>
              <a:p>
                <a:pPr marL="0" indent="0">
                  <a:buFontTx/>
                  <a:buNone/>
                </a:pPr>
                <a:r>
                  <a:rPr lang="en-CA" dirty="0"/>
                  <a:t>- The reported single-inverter error statistics should be interpreted as good-of-fit across the simulated operating space. </a:t>
                </a:r>
              </a:p>
              <a:p>
                <a:pPr marL="0" indent="0">
                  <a:buFontTx/>
                  <a:buNone/>
                </a:pPr>
                <a:r>
                  <a:rPr lang="en-CA" dirty="0"/>
                  <a:t>- The separate multi-inverter network study provides an additional test of whether the model remains useful when embedded in a network.</a:t>
                </a:r>
              </a:p>
              <a:p>
                <a:pPr marL="171450" indent="-171450">
                  <a:buFontTx/>
                  <a:buChar char="-"/>
                </a:pPr>
                <a:endParaRPr lang="en-CA" dirty="0"/>
              </a:p>
              <a:p>
                <a:pPr marL="0" indent="0">
                  <a:buFontTx/>
                  <a:buNone/>
                </a:pPr>
                <a:endParaRPr lang="en-CA" dirty="0"/>
              </a:p>
            </p:txBody>
          </p:sp>
        </mc:Fallback>
      </mc:AlternateContent>
      <p:sp>
        <p:nvSpPr>
          <p:cNvPr id="4" name="Slide Number Placeholder 3"/>
          <p:cNvSpPr>
            <a:spLocks noGrp="1"/>
          </p:cNvSpPr>
          <p:nvPr>
            <p:ph type="sldNum" sz="quarter" idx="5"/>
          </p:nvPr>
        </p:nvSpPr>
        <p:spPr/>
        <p:txBody>
          <a:bodyPr/>
          <a:lstStyle/>
          <a:p>
            <a:fld id="{C162EF7B-DDB8-B345-905A-1035F5FCAFD4}" type="slidenum">
              <a:rPr lang="en-US" smtClean="0"/>
              <a:t>11</a:t>
            </a:fld>
            <a:endParaRPr lang="en-US"/>
          </a:p>
        </p:txBody>
      </p:sp>
    </p:spTree>
    <p:extLst>
      <p:ext uri="{BB962C8B-B14F-4D97-AF65-F5344CB8AC3E}">
        <p14:creationId xmlns:p14="http://schemas.microsoft.com/office/powerpoint/2010/main" val="3875052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Two inverter and one SG</a:t>
            </a:r>
          </a:p>
          <a:p>
            <a:pPr marL="171450" indent="-171450">
              <a:buFontTx/>
              <a:buChar char="-"/>
            </a:pPr>
            <a:r>
              <a:rPr lang="en-CA" dirty="0"/>
              <a:t>Can vary the position of the inverter and their </a:t>
            </a:r>
            <a:r>
              <a:rPr lang="en-CA" dirty="0" err="1"/>
              <a:t>prefault</a:t>
            </a:r>
            <a:r>
              <a:rPr lang="en-CA" dirty="0"/>
              <a:t> conditions</a:t>
            </a:r>
          </a:p>
          <a:p>
            <a:pPr marL="171450" indent="-171450">
              <a:buFontTx/>
              <a:buChar char="-"/>
            </a:pPr>
            <a:r>
              <a:rPr lang="en-CA" dirty="0"/>
              <a:t>Can vary Pref and </a:t>
            </a:r>
            <a:r>
              <a:rPr lang="en-CA" dirty="0" err="1"/>
              <a:t>Qref</a:t>
            </a:r>
            <a:r>
              <a:rPr lang="en-CA" dirty="0"/>
              <a:t> and fault impedance.</a:t>
            </a:r>
          </a:p>
          <a:p>
            <a:pPr marL="171450" indent="-171450">
              <a:buFontTx/>
              <a:buChar char="-"/>
            </a:pPr>
            <a:r>
              <a:rPr lang="en-CA" dirty="0"/>
              <a:t>Terminal voltage determined by the network itself</a:t>
            </a:r>
          </a:p>
          <a:p>
            <a:pPr marL="0" indent="0">
              <a:buFontTx/>
              <a:buNone/>
            </a:pPr>
            <a:r>
              <a:rPr lang="en-CA" dirty="0"/>
              <a:t>Match pre-fault current injection with EMT simulation then calculate corresponding post-fault P,Q</a:t>
            </a:r>
          </a:p>
          <a:p>
            <a:pPr marL="171450" indent="-171450">
              <a:buFontTx/>
              <a:buChar char="-"/>
            </a:pPr>
            <a:r>
              <a:rPr lang="en-CA" dirty="0"/>
              <a:t>These injections affects network voltages =&gt; network and inverter have to be solved consistently</a:t>
            </a:r>
          </a:p>
          <a:p>
            <a:pPr marL="0" indent="0">
              <a:buFontTx/>
              <a:buNone/>
            </a:pPr>
            <a:r>
              <a:rPr lang="en-CA" dirty="0"/>
              <a:t>Determine if model is reliable when multiple devices interact through network</a:t>
            </a:r>
          </a:p>
        </p:txBody>
      </p:sp>
      <p:sp>
        <p:nvSpPr>
          <p:cNvPr id="4" name="Slide Number Placeholder 3"/>
          <p:cNvSpPr>
            <a:spLocks noGrp="1"/>
          </p:cNvSpPr>
          <p:nvPr>
            <p:ph type="sldNum" sz="quarter" idx="5"/>
          </p:nvPr>
        </p:nvSpPr>
        <p:spPr/>
        <p:txBody>
          <a:bodyPr/>
          <a:lstStyle/>
          <a:p>
            <a:fld id="{C162EF7B-DDB8-B345-905A-1035F5FCAFD4}" type="slidenum">
              <a:rPr lang="en-US" smtClean="0"/>
              <a:t>12</a:t>
            </a:fld>
            <a:endParaRPr lang="en-US"/>
          </a:p>
        </p:txBody>
      </p:sp>
    </p:spTree>
    <p:extLst>
      <p:ext uri="{BB962C8B-B14F-4D97-AF65-F5344CB8AC3E}">
        <p14:creationId xmlns:p14="http://schemas.microsoft.com/office/powerpoint/2010/main" val="4246535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These results show why constant current injection model can be misleading</a:t>
            </a:r>
          </a:p>
          <a:p>
            <a:pPr marL="171450" indent="-171450">
              <a:buFontTx/>
              <a:buChar char="-"/>
            </a:pPr>
            <a:r>
              <a:rPr lang="en-CA" dirty="0"/>
              <a:t>Two IBRs, different </a:t>
            </a:r>
            <a:r>
              <a:rPr lang="en-CA" dirty="0" err="1"/>
              <a:t>prefault</a:t>
            </a:r>
            <a:r>
              <a:rPr lang="en-CA" dirty="0"/>
              <a:t> loading conditions experiencing different terminal voltages during fault</a:t>
            </a:r>
          </a:p>
          <a:p>
            <a:pPr marL="171450" indent="-171450">
              <a:buFontTx/>
              <a:buChar char="-"/>
            </a:pPr>
            <a:r>
              <a:rPr lang="en-CA" dirty="0"/>
              <a:t>Model predicts different post-fault currents for each inverter</a:t>
            </a:r>
          </a:p>
          <a:p>
            <a:pPr marL="0" indent="0">
              <a:buFontTx/>
              <a:buNone/>
            </a:pPr>
            <a:r>
              <a:rPr lang="en-CA" dirty="0"/>
              <a:t>Heavy loaded inverter who is closer to the fault =&gt; Imax</a:t>
            </a:r>
          </a:p>
          <a:p>
            <a:pPr marL="0" indent="0">
              <a:buFontTx/>
              <a:buNone/>
            </a:pPr>
            <a:r>
              <a:rPr lang="en-CA" dirty="0"/>
              <a:t>Other inverter, farther from the fault =&gt; 0.77 </a:t>
            </a:r>
            <a:r>
              <a:rPr lang="en-CA" dirty="0" err="1"/>
              <a:t>pu</a:t>
            </a:r>
            <a:endParaRPr lang="en-CA" dirty="0"/>
          </a:p>
          <a:p>
            <a:pPr marL="0" indent="0">
              <a:buFontTx/>
              <a:buNone/>
            </a:pPr>
            <a:r>
              <a:rPr lang="en-CA" dirty="0"/>
              <a:t>Other advantage is the model is faster computationally =&gt; algebraic equations embedded in power-flow network calculations</a:t>
            </a:r>
          </a:p>
          <a:p>
            <a:pPr marL="0" indent="0">
              <a:buFontTx/>
              <a:buNone/>
            </a:pPr>
            <a:r>
              <a:rPr lang="en-CA" dirty="0"/>
              <a:t>EMT =&gt; generating a few seconds of data uses several minutes and it’s only 2 inverters =&gt; imagine a network of 1000 synchronous machines and inverters together</a:t>
            </a:r>
          </a:p>
          <a:p>
            <a:pPr marL="0" indent="0">
              <a:buFontTx/>
              <a:buNone/>
            </a:pPr>
            <a:r>
              <a:rPr lang="en-CA" dirty="0"/>
              <a:t>Take away =&gt; model can preserve device-specific fault behavior without requiring full EMT representation</a:t>
            </a:r>
          </a:p>
          <a:p>
            <a:pPr marL="0" indent="0">
              <a:buFontTx/>
              <a:buNone/>
            </a:pPr>
            <a:endParaRPr lang="en-CA" dirty="0"/>
          </a:p>
        </p:txBody>
      </p:sp>
      <p:sp>
        <p:nvSpPr>
          <p:cNvPr id="4" name="Slide Number Placeholder 3"/>
          <p:cNvSpPr>
            <a:spLocks noGrp="1"/>
          </p:cNvSpPr>
          <p:nvPr>
            <p:ph type="sldNum" sz="quarter" idx="5"/>
          </p:nvPr>
        </p:nvSpPr>
        <p:spPr/>
        <p:txBody>
          <a:bodyPr/>
          <a:lstStyle/>
          <a:p>
            <a:fld id="{C162EF7B-DDB8-B345-905A-1035F5FCAFD4}" type="slidenum">
              <a:rPr lang="en-US" smtClean="0"/>
              <a:t>13</a:t>
            </a:fld>
            <a:endParaRPr lang="en-US"/>
          </a:p>
        </p:txBody>
      </p:sp>
    </p:spTree>
    <p:extLst>
      <p:ext uri="{BB962C8B-B14F-4D97-AF65-F5344CB8AC3E}">
        <p14:creationId xmlns:p14="http://schemas.microsoft.com/office/powerpoint/2010/main" val="1446679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24E7-29E9-91CD-919A-E58C3E545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B3F9F-2A3C-AE08-A243-4A82940CC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8DF7A-8572-0A1C-53B2-1AF030DC5A17}"/>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CA" dirty="0"/>
              <a:t>Model represent sustained fault response =&gt; capturing initial </a:t>
            </a:r>
            <a:r>
              <a:rPr lang="en-CA" dirty="0" err="1"/>
              <a:t>subtransient</a:t>
            </a:r>
            <a:r>
              <a:rPr lang="en-CA" dirty="0"/>
              <a:t> response require additional dynamic states =&gt; explicit PLL or control dynamics =&gt; inverter no longer a black box</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CA" dirty="0"/>
              <a:t>Problem in weak grid when current injection itself changes the voltage at the terminal significantly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CA" dirty="0"/>
              <a:t>Identifies params and boundaries are inverter specific =&gt; framework is transferable but the params and boundaries need to be reidentified using measurements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CA" dirty="0"/>
              <a:t>A lot of simplification can be done with balanced fault =&gt; unbalanced fault would require negative-sequence current and potentially zero-sequence current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(Unbalanced fault modeling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 Sequence-domain empirical model =&gt; V and I</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Establish P1, Q1 =&gt; V1, I2 =&gt; V2 )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(Even if the inverters are tuned correctly, their network level interactions are still hard to model and can generate low frequency behavior)</a:t>
            </a:r>
          </a:p>
        </p:txBody>
      </p:sp>
      <p:sp>
        <p:nvSpPr>
          <p:cNvPr id="4" name="Slide Number Placeholder 3">
            <a:extLst>
              <a:ext uri="{FF2B5EF4-FFF2-40B4-BE49-F238E27FC236}">
                <a16:creationId xmlns:a16="http://schemas.microsoft.com/office/drawing/2014/main" id="{F2CD10EE-B3ED-AADC-B88A-E0DDA2FE2E34}"/>
              </a:ext>
            </a:extLst>
          </p:cNvPr>
          <p:cNvSpPr>
            <a:spLocks noGrp="1"/>
          </p:cNvSpPr>
          <p:nvPr>
            <p:ph type="sldNum" sz="quarter" idx="5"/>
          </p:nvPr>
        </p:nvSpPr>
        <p:spPr/>
        <p:txBody>
          <a:bodyPr/>
          <a:lstStyle/>
          <a:p>
            <a:fld id="{C162EF7B-DDB8-B345-905A-1035F5FCAFD4}" type="slidenum">
              <a:rPr lang="en-US" smtClean="0"/>
              <a:t>14</a:t>
            </a:fld>
            <a:endParaRPr lang="en-US"/>
          </a:p>
        </p:txBody>
      </p:sp>
    </p:spTree>
    <p:extLst>
      <p:ext uri="{BB962C8B-B14F-4D97-AF65-F5344CB8AC3E}">
        <p14:creationId xmlns:p14="http://schemas.microsoft.com/office/powerpoint/2010/main" val="1349514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9CCA9-68B3-7020-806C-AAE2D4E34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DC3B2-3B6A-BD74-474F-2568E2B9F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8FF91C-0DE2-4A6C-DCFD-17C5D58ABA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Physics-based framework for rapid short circuit calculations of GFL IBRS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Sustained fault current can be modeled with relatively small # of params while still capturing some controller dependent effects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Rely on externally measurable quantities =&gt; no need to access proprietary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Future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Thank you for listening! I’m happy to take any questions.</a:t>
            </a:r>
          </a:p>
        </p:txBody>
      </p:sp>
      <p:sp>
        <p:nvSpPr>
          <p:cNvPr id="4" name="Slide Number Placeholder 3">
            <a:extLst>
              <a:ext uri="{FF2B5EF4-FFF2-40B4-BE49-F238E27FC236}">
                <a16:creationId xmlns:a16="http://schemas.microsoft.com/office/drawing/2014/main" id="{644515C1-EC36-F3DF-741E-62AAAFA9DE37}"/>
              </a:ext>
            </a:extLst>
          </p:cNvPr>
          <p:cNvSpPr>
            <a:spLocks noGrp="1"/>
          </p:cNvSpPr>
          <p:nvPr>
            <p:ph type="sldNum" sz="quarter" idx="5"/>
          </p:nvPr>
        </p:nvSpPr>
        <p:spPr/>
        <p:txBody>
          <a:bodyPr/>
          <a:lstStyle/>
          <a:p>
            <a:fld id="{C162EF7B-DDB8-B345-905A-1035F5FCAFD4}" type="slidenum">
              <a:rPr lang="en-US" smtClean="0"/>
              <a:t>15</a:t>
            </a:fld>
            <a:endParaRPr lang="en-US"/>
          </a:p>
        </p:txBody>
      </p:sp>
    </p:spTree>
    <p:extLst>
      <p:ext uri="{BB962C8B-B14F-4D97-AF65-F5344CB8AC3E}">
        <p14:creationId xmlns:p14="http://schemas.microsoft.com/office/powerpoint/2010/main" val="3590512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4FD3-5567-D027-F4F8-F6279157F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6E957-6FA2-0B59-1B7E-598FA08CC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15C64-CD12-8C42-9C83-67A67F6BEE09}"/>
              </a:ext>
            </a:extLst>
          </p:cNvPr>
          <p:cNvSpPr>
            <a:spLocks noGrp="1"/>
          </p:cNvSpPr>
          <p:nvPr>
            <p:ph type="body" idx="1"/>
          </p:nvPr>
        </p:nvSpPr>
        <p:spPr/>
        <p:txBody>
          <a:bodyPr/>
          <a:lstStyle/>
          <a:p>
            <a:pPr marL="228600" indent="-228600">
              <a:buAutoNum type="arabicPeriod"/>
            </a:pPr>
            <a:r>
              <a:rPr lang="en-CA" dirty="0"/>
              <a:t>Characterization of the fault behavior of GFL inverter</a:t>
            </a:r>
          </a:p>
          <a:p>
            <a:pPr marL="685800" lvl="1" indent="-228600">
              <a:buAutoNum type="arabicPeriod"/>
            </a:pPr>
            <a:r>
              <a:rPr lang="en-CA" dirty="0"/>
              <a:t>Low-order empirical framework with separate relationship between active power, reactive power, current magnitude, and current phase</a:t>
            </a:r>
          </a:p>
          <a:p>
            <a:pPr marL="685800" lvl="1" indent="-228600">
              <a:buAutoNum type="arabicPeriod"/>
            </a:pPr>
            <a:r>
              <a:rPr lang="en-CA" dirty="0"/>
              <a:t>Keep # of empirical param low </a:t>
            </a:r>
          </a:p>
          <a:p>
            <a:pPr marL="228600" indent="-228600">
              <a:buAutoNum type="arabicPeriod"/>
            </a:pPr>
            <a:r>
              <a:rPr lang="en-CA" dirty="0"/>
              <a:t>Evaluate the framework with open-source EPRI GFL inverter model =&gt; demonstrate how it can be used for network-level calculations</a:t>
            </a:r>
          </a:p>
        </p:txBody>
      </p:sp>
      <p:sp>
        <p:nvSpPr>
          <p:cNvPr id="4" name="Slide Number Placeholder 3">
            <a:extLst>
              <a:ext uri="{FF2B5EF4-FFF2-40B4-BE49-F238E27FC236}">
                <a16:creationId xmlns:a16="http://schemas.microsoft.com/office/drawing/2014/main" id="{1DD8A600-0452-72D6-D9BE-97C4A1531569}"/>
              </a:ext>
            </a:extLst>
          </p:cNvPr>
          <p:cNvSpPr>
            <a:spLocks noGrp="1"/>
          </p:cNvSpPr>
          <p:nvPr>
            <p:ph type="sldNum" sz="quarter" idx="5"/>
          </p:nvPr>
        </p:nvSpPr>
        <p:spPr/>
        <p:txBody>
          <a:bodyPr/>
          <a:lstStyle/>
          <a:p>
            <a:fld id="{C162EF7B-DDB8-B345-905A-1035F5FCAFD4}" type="slidenum">
              <a:rPr lang="en-US" smtClean="0"/>
              <a:t>16</a:t>
            </a:fld>
            <a:endParaRPr lang="en-US"/>
          </a:p>
        </p:txBody>
      </p:sp>
    </p:spTree>
    <p:extLst>
      <p:ext uri="{BB962C8B-B14F-4D97-AF65-F5344CB8AC3E}">
        <p14:creationId xmlns:p14="http://schemas.microsoft.com/office/powerpoint/2010/main" val="1181355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162EF7B-DDB8-B345-905A-1035F5FCAFD4}" type="slidenum">
              <a:rPr lang="en-US" smtClean="0"/>
              <a:t>17</a:t>
            </a:fld>
            <a:endParaRPr lang="en-US"/>
          </a:p>
        </p:txBody>
      </p:sp>
    </p:spTree>
    <p:extLst>
      <p:ext uri="{BB962C8B-B14F-4D97-AF65-F5344CB8AC3E}">
        <p14:creationId xmlns:p14="http://schemas.microsoft.com/office/powerpoint/2010/main" val="1799928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err="1"/>
              <a:t>Vab</a:t>
            </a:r>
            <a:r>
              <a:rPr lang="en-CA" dirty="0"/>
              <a:t> = </a:t>
            </a:r>
            <a:r>
              <a:rPr lang="en-CA" dirty="0" err="1"/>
              <a:t>Vph,ang</a:t>
            </a:r>
            <a:r>
              <a:rPr lang="en-CA" dirty="0"/>
              <a:t> 0 - </a:t>
            </a:r>
            <a:r>
              <a:rPr lang="en-CA" dirty="0" err="1"/>
              <a:t>Vph,ang</a:t>
            </a:r>
            <a:r>
              <a:rPr lang="en-CA" dirty="0"/>
              <a:t> -120 = sqrt(3) </a:t>
            </a:r>
            <a:r>
              <a:rPr lang="en-CA" dirty="0" err="1"/>
              <a:t>Vph</a:t>
            </a:r>
            <a:r>
              <a:rPr lang="en-CA" dirty="0"/>
              <a:t>, ang 30</a:t>
            </a:r>
          </a:p>
          <a:p>
            <a:r>
              <a:rPr lang="en-CA" dirty="0"/>
              <a:t>If Q = 0 =&gt; I1 // V1 =&gt; relative VLL = -30</a:t>
            </a:r>
          </a:p>
          <a:p>
            <a:pPr rtl="0"/>
            <a:r>
              <a:rPr lang="en-CA" sz="1200" kern="1200" dirty="0">
                <a:solidFill>
                  <a:schemeClr val="tx1"/>
                </a:solidFill>
                <a:latin typeface="+mn-lt"/>
                <a:ea typeface="+mn-ea"/>
                <a:cs typeface="+mn-cs"/>
              </a:rPr>
              <a:t>a = exp(1j*2*pi/3); I1 = (Ia + a*</a:t>
            </a:r>
            <a:r>
              <a:rPr lang="en-CA" sz="1200" kern="1200" dirty="0" err="1">
                <a:solidFill>
                  <a:schemeClr val="tx1"/>
                </a:solidFill>
                <a:latin typeface="+mn-lt"/>
                <a:ea typeface="+mn-ea"/>
                <a:cs typeface="+mn-cs"/>
              </a:rPr>
              <a:t>Ib</a:t>
            </a:r>
            <a:r>
              <a:rPr lang="en-CA" sz="1200" kern="1200" dirty="0">
                <a:solidFill>
                  <a:schemeClr val="tx1"/>
                </a:solidFill>
                <a:latin typeface="+mn-lt"/>
                <a:ea typeface="+mn-ea"/>
                <a:cs typeface="+mn-cs"/>
              </a:rPr>
              <a:t> + a^2*</a:t>
            </a:r>
            <a:r>
              <a:rPr lang="en-CA" sz="1200" kern="1200" dirty="0" err="1">
                <a:solidFill>
                  <a:schemeClr val="tx1"/>
                </a:solidFill>
                <a:latin typeface="+mn-lt"/>
                <a:ea typeface="+mn-ea"/>
                <a:cs typeface="+mn-cs"/>
              </a:rPr>
              <a:t>Ic</a:t>
            </a:r>
            <a:r>
              <a:rPr lang="en-CA" sz="1200" kern="1200" dirty="0">
                <a:solidFill>
                  <a:schemeClr val="tx1"/>
                </a:solidFill>
                <a:latin typeface="+mn-lt"/>
                <a:ea typeface="+mn-ea"/>
                <a:cs typeface="+mn-cs"/>
              </a:rPr>
              <a:t>)/3; I1_mag = abs(I1); I1_ang_deg = angle(I1)*180/pi;</a:t>
            </a:r>
          </a:p>
          <a:p>
            <a:endParaRPr lang="en-CA" dirty="0"/>
          </a:p>
        </p:txBody>
      </p:sp>
      <p:sp>
        <p:nvSpPr>
          <p:cNvPr id="4" name="Slide Number Placeholder 3"/>
          <p:cNvSpPr>
            <a:spLocks noGrp="1"/>
          </p:cNvSpPr>
          <p:nvPr>
            <p:ph type="sldNum" sz="quarter" idx="5"/>
          </p:nvPr>
        </p:nvSpPr>
        <p:spPr/>
        <p:txBody>
          <a:bodyPr/>
          <a:lstStyle/>
          <a:p>
            <a:fld id="{C162EF7B-DDB8-B345-905A-1035F5FCAFD4}" type="slidenum">
              <a:rPr lang="en-US" smtClean="0"/>
              <a:t>18</a:t>
            </a:fld>
            <a:endParaRPr lang="en-US"/>
          </a:p>
        </p:txBody>
      </p:sp>
    </p:spTree>
    <p:extLst>
      <p:ext uri="{BB962C8B-B14F-4D97-AF65-F5344CB8AC3E}">
        <p14:creationId xmlns:p14="http://schemas.microsoft.com/office/powerpoint/2010/main" val="393067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AFCEB-0E5C-7F27-B3E4-DA75C558D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7F747-9F92-8308-C590-77156485D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076B7-603C-5582-4579-88727FDC08F8}"/>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7E49C746-90D4-4545-3D36-5A9BFFC44678}"/>
              </a:ext>
            </a:extLst>
          </p:cNvPr>
          <p:cNvSpPr>
            <a:spLocks noGrp="1"/>
          </p:cNvSpPr>
          <p:nvPr>
            <p:ph type="sldNum" sz="quarter" idx="5"/>
          </p:nvPr>
        </p:nvSpPr>
        <p:spPr/>
        <p:txBody>
          <a:bodyPr/>
          <a:lstStyle/>
          <a:p>
            <a:fld id="{C162EF7B-DDB8-B345-905A-1035F5FCAFD4}" type="slidenum">
              <a:rPr lang="en-US" smtClean="0"/>
              <a:t>19</a:t>
            </a:fld>
            <a:endParaRPr lang="en-US"/>
          </a:p>
        </p:txBody>
      </p:sp>
    </p:spTree>
    <p:extLst>
      <p:ext uri="{BB962C8B-B14F-4D97-AF65-F5344CB8AC3E}">
        <p14:creationId xmlns:p14="http://schemas.microsoft.com/office/powerpoint/2010/main" val="15314448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70C84-5C90-C5F4-ACE8-6DD993A37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90CAD-612F-0427-C183-5D485A109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B20189-FA03-AEF2-7965-38D313522A03}"/>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B1B2F47C-63A2-6436-A29F-766C9DA30D36}"/>
              </a:ext>
            </a:extLst>
          </p:cNvPr>
          <p:cNvSpPr>
            <a:spLocks noGrp="1"/>
          </p:cNvSpPr>
          <p:nvPr>
            <p:ph type="sldNum" sz="quarter" idx="5"/>
          </p:nvPr>
        </p:nvSpPr>
        <p:spPr/>
        <p:txBody>
          <a:bodyPr/>
          <a:lstStyle/>
          <a:p>
            <a:fld id="{C162EF7B-DDB8-B345-905A-1035F5FCAFD4}" type="slidenum">
              <a:rPr lang="en-US" smtClean="0"/>
              <a:t>20</a:t>
            </a:fld>
            <a:endParaRPr lang="en-US"/>
          </a:p>
        </p:txBody>
      </p:sp>
    </p:spTree>
    <p:extLst>
      <p:ext uri="{BB962C8B-B14F-4D97-AF65-F5344CB8AC3E}">
        <p14:creationId xmlns:p14="http://schemas.microsoft.com/office/powerpoint/2010/main" val="2476656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37A1D-91CC-7BAB-8381-AB5468A60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9C45AD-EF0F-6585-D67C-685F52543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184274-191B-B3BD-AD45-1E82075320A9}"/>
              </a:ext>
            </a:extLst>
          </p:cNvPr>
          <p:cNvSpPr>
            <a:spLocks noGrp="1"/>
          </p:cNvSpPr>
          <p:nvPr>
            <p:ph type="body" idx="1"/>
          </p:nvPr>
        </p:nvSpPr>
        <p:spPr/>
        <p:txBody>
          <a:bodyPr/>
          <a:lstStyle/>
          <a:p>
            <a:r>
              <a:rPr lang="en-CA" dirty="0"/>
              <a:t>Talk a bit about the Newton-Raphson method using admittance matrix </a:t>
            </a:r>
            <a:r>
              <a:rPr lang="en-CA" dirty="0" err="1"/>
              <a:t>Ybus</a:t>
            </a:r>
            <a:endParaRPr lang="en-CA" dirty="0"/>
          </a:p>
          <a:p>
            <a:pPr marL="171450" indent="-171450">
              <a:buFontTx/>
              <a:buChar char="-"/>
            </a:pPr>
            <a:r>
              <a:rPr lang="en-CA" dirty="0"/>
              <a:t>Guess of V and theta, then calculate P and Q, get mismatch from initial IBR results, build Jacobian and find the correction on V and theta</a:t>
            </a:r>
          </a:p>
        </p:txBody>
      </p:sp>
      <p:sp>
        <p:nvSpPr>
          <p:cNvPr id="4" name="Slide Number Placeholder 3">
            <a:extLst>
              <a:ext uri="{FF2B5EF4-FFF2-40B4-BE49-F238E27FC236}">
                <a16:creationId xmlns:a16="http://schemas.microsoft.com/office/drawing/2014/main" id="{65D39B93-2831-34BF-DC6E-5FCC0D19BE03}"/>
              </a:ext>
            </a:extLst>
          </p:cNvPr>
          <p:cNvSpPr>
            <a:spLocks noGrp="1"/>
          </p:cNvSpPr>
          <p:nvPr>
            <p:ph type="sldNum" sz="quarter" idx="5"/>
          </p:nvPr>
        </p:nvSpPr>
        <p:spPr/>
        <p:txBody>
          <a:bodyPr/>
          <a:lstStyle/>
          <a:p>
            <a:fld id="{C162EF7B-DDB8-B345-905A-1035F5FCAFD4}" type="slidenum">
              <a:rPr lang="en-US" smtClean="0"/>
              <a:t>24</a:t>
            </a:fld>
            <a:endParaRPr lang="en-US"/>
          </a:p>
        </p:txBody>
      </p:sp>
    </p:spTree>
    <p:extLst>
      <p:ext uri="{BB962C8B-B14F-4D97-AF65-F5344CB8AC3E}">
        <p14:creationId xmlns:p14="http://schemas.microsoft.com/office/powerpoint/2010/main" val="1920291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AED33B15-D055-3C31-89EF-62DEEE3C401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5859554"/>
            <a:ext cx="3830610" cy="652945"/>
          </a:xfrm>
          <a:prstGeom prst="rect">
            <a:avLst/>
          </a:prstGeom>
        </p:spPr>
      </p:pic>
      <p:sp>
        <p:nvSpPr>
          <p:cNvPr id="4" name="Date Placeholder 3">
            <a:extLst>
              <a:ext uri="{FF2B5EF4-FFF2-40B4-BE49-F238E27FC236}">
                <a16:creationId xmlns:a16="http://schemas.microsoft.com/office/drawing/2014/main" id="{11F3C465-4A72-3842-A3F3-7E6EED668ADC}"/>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A5BE4076-D9F6-A04D-95EE-423EF5FC1F59}" type="datetime1">
              <a:rPr lang="en-CA" smtClean="0"/>
              <a:t>2026-09-15</a:t>
            </a:fld>
            <a:endParaRPr lang="en-CA"/>
          </a:p>
        </p:txBody>
      </p:sp>
      <p:sp>
        <p:nvSpPr>
          <p:cNvPr id="5" name="Footer Placeholder 4">
            <a:extLst>
              <a:ext uri="{FF2B5EF4-FFF2-40B4-BE49-F238E27FC236}">
                <a16:creationId xmlns:a16="http://schemas.microsoft.com/office/drawing/2014/main" id="{31F36BAC-CA62-6E4E-A36D-A9F19A02520C}"/>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6" name="Slide Number Placeholder 5">
            <a:extLst>
              <a:ext uri="{FF2B5EF4-FFF2-40B4-BE49-F238E27FC236}">
                <a16:creationId xmlns:a16="http://schemas.microsoft.com/office/drawing/2014/main" id="{87EAD7D6-A9D9-0A4E-973D-C119C5A93924}"/>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15" name="Graphic 14">
            <a:extLst>
              <a:ext uri="{FF2B5EF4-FFF2-40B4-BE49-F238E27FC236}">
                <a16:creationId xmlns:a16="http://schemas.microsoft.com/office/drawing/2014/main" id="{73FA03B8-59CF-880B-A366-727A2CC70E4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90220" y="5939130"/>
            <a:ext cx="844580" cy="448449"/>
          </a:xfrm>
          <a:prstGeom prst="rect">
            <a:avLst/>
          </a:prstGeom>
        </p:spPr>
      </p:pic>
      <p:sp>
        <p:nvSpPr>
          <p:cNvPr id="23" name="Title 1">
            <a:extLst>
              <a:ext uri="{FF2B5EF4-FFF2-40B4-BE49-F238E27FC236}">
                <a16:creationId xmlns:a16="http://schemas.microsoft.com/office/drawing/2014/main" id="{4C99E0AE-D680-D09E-7DC1-36DA382B5ED1}"/>
              </a:ext>
            </a:extLst>
          </p:cNvPr>
          <p:cNvSpPr>
            <a:spLocks noGrp="1"/>
          </p:cNvSpPr>
          <p:nvPr>
            <p:ph type="ctrTitle" hasCustomPrompt="1"/>
          </p:nvPr>
        </p:nvSpPr>
        <p:spPr>
          <a:xfrm>
            <a:off x="377826" y="441324"/>
            <a:ext cx="4287838" cy="1566863"/>
          </a:xfrm>
        </p:spPr>
        <p:txBody>
          <a:bodyPr anchor="t" anchorCtr="0">
            <a:noAutofit/>
          </a:bodyPr>
          <a:lstStyle>
            <a:lvl1pPr algn="l">
              <a:defRPr sz="3200">
                <a:solidFill>
                  <a:schemeClr val="tx1"/>
                </a:solidFill>
              </a:defRPr>
            </a:lvl1pPr>
          </a:lstStyle>
          <a:p>
            <a:r>
              <a:rPr lang="en-CA"/>
              <a:t>Presentation </a:t>
            </a:r>
            <a:br>
              <a:rPr lang="en-CA"/>
            </a:br>
            <a:r>
              <a:rPr lang="en-CA"/>
              <a:t>Title</a:t>
            </a:r>
          </a:p>
        </p:txBody>
      </p:sp>
      <p:sp>
        <p:nvSpPr>
          <p:cNvPr id="24" name="Subtitle 2">
            <a:extLst>
              <a:ext uri="{FF2B5EF4-FFF2-40B4-BE49-F238E27FC236}">
                <a16:creationId xmlns:a16="http://schemas.microsoft.com/office/drawing/2014/main" id="{11279C6F-FBE7-2454-4EDA-78C9C744B9EB}"/>
              </a:ext>
            </a:extLst>
          </p:cNvPr>
          <p:cNvSpPr>
            <a:spLocks noGrp="1"/>
          </p:cNvSpPr>
          <p:nvPr>
            <p:ph type="subTitle" idx="1" hasCustomPrompt="1"/>
          </p:nvPr>
        </p:nvSpPr>
        <p:spPr>
          <a:xfrm>
            <a:off x="381000" y="2170153"/>
            <a:ext cx="3571875" cy="1906919"/>
          </a:xfrm>
          <a:prstGeom prst="callout1">
            <a:avLst>
              <a:gd name="adj1" fmla="val -210"/>
              <a:gd name="adj2" fmla="val 26006"/>
              <a:gd name="adj3" fmla="val -160"/>
              <a:gd name="adj4" fmla="val 2170"/>
            </a:avLst>
          </a:prstGeom>
          <a:ln w="38100">
            <a:solidFill>
              <a:schemeClr val="tx1"/>
            </a:solidFill>
          </a:ln>
        </p:spPr>
        <p:txBody>
          <a:bodyPr tIns="183600" rIns="90000">
            <a:noAutofit/>
          </a:bodyPr>
          <a:lstStyle>
            <a:lvl1pPr marL="0" indent="0" algn="l">
              <a:buNone/>
              <a:defRPr sz="1400">
                <a:solidFill>
                  <a:schemeClr val="tx1"/>
                </a:solidFill>
              </a:defRPr>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title, and date </a:t>
            </a:r>
          </a:p>
        </p:txBody>
      </p:sp>
    </p:spTree>
    <p:extLst>
      <p:ext uri="{BB962C8B-B14F-4D97-AF65-F5344CB8AC3E}">
        <p14:creationId xmlns:p14="http://schemas.microsoft.com/office/powerpoint/2010/main" val="258086322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2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437C0B3-8DA3-2F4A-92A7-3354E5AE6FE5}"/>
              </a:ext>
            </a:extLst>
          </p:cNvPr>
          <p:cNvSpPr>
            <a:spLocks noGrp="1"/>
          </p:cNvSpPr>
          <p:nvPr>
            <p:ph type="ctrTitle" hasCustomPrompt="1"/>
          </p:nvPr>
        </p:nvSpPr>
        <p:spPr>
          <a:xfrm>
            <a:off x="375503" y="1801433"/>
            <a:ext cx="6434873" cy="1009272"/>
          </a:xfrm>
        </p:spPr>
        <p:txBody>
          <a:bodyPr anchor="t">
            <a:noAutofit/>
          </a:bodyPr>
          <a:lstStyle>
            <a:lvl1pPr algn="l">
              <a:defRPr sz="3200">
                <a:solidFill>
                  <a:schemeClr val="bg2"/>
                </a:solidFill>
              </a:defRPr>
            </a:lvl1pPr>
          </a:lstStyle>
          <a:p>
            <a:r>
              <a:rPr lang="en-CA"/>
              <a:t>Presentation </a:t>
            </a:r>
            <a:br>
              <a:rPr lang="en-CA"/>
            </a:br>
            <a:r>
              <a:rPr lang="en-CA"/>
              <a:t>Title</a:t>
            </a:r>
          </a:p>
        </p:txBody>
      </p:sp>
      <p:sp>
        <p:nvSpPr>
          <p:cNvPr id="14" name="Text Placeholder 2">
            <a:extLst>
              <a:ext uri="{FF2B5EF4-FFF2-40B4-BE49-F238E27FC236}">
                <a16:creationId xmlns:a16="http://schemas.microsoft.com/office/drawing/2014/main" id="{5AF36411-307A-3D43-B3A4-A4B80131D466}"/>
              </a:ext>
            </a:extLst>
          </p:cNvPr>
          <p:cNvSpPr>
            <a:spLocks noGrp="1"/>
          </p:cNvSpPr>
          <p:nvPr>
            <p:ph type="body" sz="quarter" idx="10" hasCustomPrompt="1"/>
          </p:nvPr>
        </p:nvSpPr>
        <p:spPr>
          <a:xfrm>
            <a:off x="375503" y="2858723"/>
            <a:ext cx="6434873" cy="325061"/>
          </a:xfrm>
        </p:spPr>
        <p:txBody>
          <a:bodyPr>
            <a:noAutofit/>
          </a:bodyPr>
          <a:lstStyle>
            <a:lvl1pPr marL="0" indent="0">
              <a:lnSpc>
                <a:spcPct val="100000"/>
              </a:lnSpc>
              <a:spcBef>
                <a:spcPts val="0"/>
              </a:spcBef>
              <a:buNone/>
              <a:defRPr sz="1400">
                <a:solidFill>
                  <a:schemeClr val="bg2"/>
                </a:solidFill>
              </a:defRPr>
            </a:lvl1pPr>
          </a:lstStyle>
          <a:p>
            <a:pPr lvl="0"/>
            <a:r>
              <a:rPr lang="en-CA"/>
              <a:t>Date</a:t>
            </a:r>
          </a:p>
        </p:txBody>
      </p:sp>
      <p:sp>
        <p:nvSpPr>
          <p:cNvPr id="11" name="Subtitle 2">
            <a:extLst>
              <a:ext uri="{FF2B5EF4-FFF2-40B4-BE49-F238E27FC236}">
                <a16:creationId xmlns:a16="http://schemas.microsoft.com/office/drawing/2014/main" id="{736835AD-6D40-DB4F-8D91-90B4E66BF63B}"/>
              </a:ext>
            </a:extLst>
          </p:cNvPr>
          <p:cNvSpPr>
            <a:spLocks noGrp="1"/>
          </p:cNvSpPr>
          <p:nvPr>
            <p:ph type="subTitle" idx="1" hasCustomPrompt="1"/>
          </p:nvPr>
        </p:nvSpPr>
        <p:spPr>
          <a:xfrm>
            <a:off x="8239125" y="1828729"/>
            <a:ext cx="3577372" cy="1396647"/>
          </a:xfrm>
        </p:spPr>
        <p:txBody>
          <a:bodyPr>
            <a:noAutofit/>
          </a:bodyPr>
          <a:lstStyle>
            <a:lvl1pPr marL="0" indent="0" algn="l">
              <a:lnSpc>
                <a:spcPct val="100000"/>
              </a:lnSpc>
              <a:spcBef>
                <a:spcPts val="1000"/>
              </a:spcBef>
              <a:buNone/>
              <a:defRPr sz="1400" b="0" i="0">
                <a:solidFill>
                  <a:schemeClr val="bg2"/>
                </a:solidFill>
                <a:latin typeface="+mn-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Presenter name and title</a:t>
            </a:r>
          </a:p>
        </p:txBody>
      </p:sp>
      <p:sp>
        <p:nvSpPr>
          <p:cNvPr id="15" name="Date Placeholder 3">
            <a:extLst>
              <a:ext uri="{FF2B5EF4-FFF2-40B4-BE49-F238E27FC236}">
                <a16:creationId xmlns:a16="http://schemas.microsoft.com/office/drawing/2014/main" id="{2CD6FCF1-2477-5C4A-AF2F-4AFD7EA0CAF9}"/>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7AAE0B34-6EB8-5B45-8D5F-030BD296EED9}" type="datetime1">
              <a:rPr lang="en-CA" smtClean="0"/>
              <a:t>2026-09-15</a:t>
            </a:fld>
            <a:endParaRPr lang="en-CA"/>
          </a:p>
        </p:txBody>
      </p:sp>
      <p:sp>
        <p:nvSpPr>
          <p:cNvPr id="16" name="Footer Placeholder 4">
            <a:extLst>
              <a:ext uri="{FF2B5EF4-FFF2-40B4-BE49-F238E27FC236}">
                <a16:creationId xmlns:a16="http://schemas.microsoft.com/office/drawing/2014/main" id="{99B3EE79-6E72-1242-9907-9663A7FA1092}"/>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7" name="Slide Number Placeholder 5">
            <a:extLst>
              <a:ext uri="{FF2B5EF4-FFF2-40B4-BE49-F238E27FC236}">
                <a16:creationId xmlns:a16="http://schemas.microsoft.com/office/drawing/2014/main" id="{0E33251A-3A86-6445-AAEF-6868601802B5}"/>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4" name="Graphic 3">
            <a:extLst>
              <a:ext uri="{FF2B5EF4-FFF2-40B4-BE49-F238E27FC236}">
                <a16:creationId xmlns:a16="http://schemas.microsoft.com/office/drawing/2014/main" id="{DE328935-C399-7D79-4927-428CD75655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5859554"/>
            <a:ext cx="3830610" cy="652945"/>
          </a:xfrm>
          <a:prstGeom prst="rect">
            <a:avLst/>
          </a:prstGeom>
        </p:spPr>
      </p:pic>
      <p:pic>
        <p:nvPicPr>
          <p:cNvPr id="6" name="Graphic 5">
            <a:extLst>
              <a:ext uri="{FF2B5EF4-FFF2-40B4-BE49-F238E27FC236}">
                <a16:creationId xmlns:a16="http://schemas.microsoft.com/office/drawing/2014/main" id="{5D14A559-28B6-FA90-18ED-E7F66BCD58F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1765637118"/>
      </p:ext>
    </p:extLst>
  </p:cSld>
  <p:clrMapOvr>
    <a:overrideClrMapping bg1="dk1" tx1="lt1" bg2="dk2" tx2="lt1"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2 -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437C0B3-8DA3-2F4A-92A7-3354E5AE6FE5}"/>
              </a:ext>
            </a:extLst>
          </p:cNvPr>
          <p:cNvSpPr>
            <a:spLocks noGrp="1"/>
          </p:cNvSpPr>
          <p:nvPr>
            <p:ph type="ctrTitle" hasCustomPrompt="1"/>
          </p:nvPr>
        </p:nvSpPr>
        <p:spPr>
          <a:xfrm>
            <a:off x="375503" y="1801433"/>
            <a:ext cx="6434873" cy="1009272"/>
          </a:xfrm>
        </p:spPr>
        <p:txBody>
          <a:bodyPr anchor="t">
            <a:noAutofit/>
          </a:bodyPr>
          <a:lstStyle>
            <a:lvl1pPr algn="l">
              <a:defRPr sz="3200">
                <a:solidFill>
                  <a:schemeClr val="tx1"/>
                </a:solidFill>
              </a:defRPr>
            </a:lvl1pPr>
          </a:lstStyle>
          <a:p>
            <a:r>
              <a:rPr lang="en-CA"/>
              <a:t>Presentation </a:t>
            </a:r>
            <a:br>
              <a:rPr lang="en-CA"/>
            </a:br>
            <a:r>
              <a:rPr lang="en-CA"/>
              <a:t>Title</a:t>
            </a:r>
          </a:p>
        </p:txBody>
      </p:sp>
      <p:sp>
        <p:nvSpPr>
          <p:cNvPr id="14" name="Text Placeholder 2">
            <a:extLst>
              <a:ext uri="{FF2B5EF4-FFF2-40B4-BE49-F238E27FC236}">
                <a16:creationId xmlns:a16="http://schemas.microsoft.com/office/drawing/2014/main" id="{5AF36411-307A-3D43-B3A4-A4B80131D466}"/>
              </a:ext>
            </a:extLst>
          </p:cNvPr>
          <p:cNvSpPr>
            <a:spLocks noGrp="1"/>
          </p:cNvSpPr>
          <p:nvPr>
            <p:ph type="body" sz="quarter" idx="10" hasCustomPrompt="1"/>
          </p:nvPr>
        </p:nvSpPr>
        <p:spPr>
          <a:xfrm>
            <a:off x="375503" y="2858723"/>
            <a:ext cx="6434873" cy="325061"/>
          </a:xfrm>
        </p:spPr>
        <p:txBody>
          <a:bodyPr>
            <a:noAutofit/>
          </a:bodyPr>
          <a:lstStyle>
            <a:lvl1pPr marL="0" indent="0">
              <a:lnSpc>
                <a:spcPct val="100000"/>
              </a:lnSpc>
              <a:spcBef>
                <a:spcPts val="0"/>
              </a:spcBef>
              <a:buNone/>
              <a:defRPr sz="1400">
                <a:solidFill>
                  <a:schemeClr val="tx1"/>
                </a:solidFill>
              </a:defRPr>
            </a:lvl1pPr>
          </a:lstStyle>
          <a:p>
            <a:pPr lvl="0"/>
            <a:r>
              <a:rPr lang="en-CA"/>
              <a:t>Date</a:t>
            </a:r>
          </a:p>
        </p:txBody>
      </p:sp>
      <p:sp>
        <p:nvSpPr>
          <p:cNvPr id="11" name="Subtitle 2">
            <a:extLst>
              <a:ext uri="{FF2B5EF4-FFF2-40B4-BE49-F238E27FC236}">
                <a16:creationId xmlns:a16="http://schemas.microsoft.com/office/drawing/2014/main" id="{736835AD-6D40-DB4F-8D91-90B4E66BF63B}"/>
              </a:ext>
            </a:extLst>
          </p:cNvPr>
          <p:cNvSpPr>
            <a:spLocks noGrp="1"/>
          </p:cNvSpPr>
          <p:nvPr>
            <p:ph type="subTitle" idx="1" hasCustomPrompt="1"/>
          </p:nvPr>
        </p:nvSpPr>
        <p:spPr>
          <a:xfrm>
            <a:off x="8239125" y="1828729"/>
            <a:ext cx="3577372" cy="1396647"/>
          </a:xfrm>
        </p:spPr>
        <p:txBody>
          <a:bodyPr>
            <a:noAutofit/>
          </a:bodyPr>
          <a:lstStyle>
            <a:lvl1pPr marL="0" indent="0" algn="l">
              <a:lnSpc>
                <a:spcPct val="100000"/>
              </a:lnSpc>
              <a:spcBef>
                <a:spcPts val="1000"/>
              </a:spcBef>
              <a:buNone/>
              <a:defRPr sz="1400" b="0" i="0">
                <a:solidFill>
                  <a:schemeClr val="tx1"/>
                </a:solidFill>
                <a:latin typeface="+mn-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Presenter name and title</a:t>
            </a:r>
          </a:p>
        </p:txBody>
      </p:sp>
      <p:sp>
        <p:nvSpPr>
          <p:cNvPr id="15" name="Date Placeholder 3">
            <a:extLst>
              <a:ext uri="{FF2B5EF4-FFF2-40B4-BE49-F238E27FC236}">
                <a16:creationId xmlns:a16="http://schemas.microsoft.com/office/drawing/2014/main" id="{2CD6FCF1-2477-5C4A-AF2F-4AFD7EA0CAF9}"/>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7AAE0B34-6EB8-5B45-8D5F-030BD296EED9}" type="datetime1">
              <a:rPr lang="en-CA" smtClean="0"/>
              <a:t>2026-09-15</a:t>
            </a:fld>
            <a:endParaRPr lang="en-CA"/>
          </a:p>
        </p:txBody>
      </p:sp>
      <p:sp>
        <p:nvSpPr>
          <p:cNvPr id="16" name="Footer Placeholder 4">
            <a:extLst>
              <a:ext uri="{FF2B5EF4-FFF2-40B4-BE49-F238E27FC236}">
                <a16:creationId xmlns:a16="http://schemas.microsoft.com/office/drawing/2014/main" id="{99B3EE79-6E72-1242-9907-9663A7FA1092}"/>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7" name="Slide Number Placeholder 5">
            <a:extLst>
              <a:ext uri="{FF2B5EF4-FFF2-40B4-BE49-F238E27FC236}">
                <a16:creationId xmlns:a16="http://schemas.microsoft.com/office/drawing/2014/main" id="{0E33251A-3A86-6445-AAEF-6868601802B5}"/>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4" name="Graphic 3">
            <a:extLst>
              <a:ext uri="{FF2B5EF4-FFF2-40B4-BE49-F238E27FC236}">
                <a16:creationId xmlns:a16="http://schemas.microsoft.com/office/drawing/2014/main" id="{DE328935-C399-7D79-4927-428CD75655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5859554"/>
            <a:ext cx="3830610" cy="652945"/>
          </a:xfrm>
          <a:prstGeom prst="rect">
            <a:avLst/>
          </a:prstGeom>
        </p:spPr>
      </p:pic>
      <p:pic>
        <p:nvPicPr>
          <p:cNvPr id="6" name="Graphic 5">
            <a:extLst>
              <a:ext uri="{FF2B5EF4-FFF2-40B4-BE49-F238E27FC236}">
                <a16:creationId xmlns:a16="http://schemas.microsoft.com/office/drawing/2014/main" id="{5D14A559-28B6-FA90-18ED-E7F66BCD58F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2276246055"/>
      </p:ext>
    </p:extLst>
  </p:cSld>
  <p:clrMapOvr>
    <a:overrideClrMapping bg1="dk1" tx1="lt1" bg2="dk2" tx2="lt1"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A480-4620-6048-BF66-75E772721E1B}"/>
              </a:ext>
            </a:extLst>
          </p:cNvPr>
          <p:cNvSpPr>
            <a:spLocks noGrp="1"/>
          </p:cNvSpPr>
          <p:nvPr>
            <p:ph type="ctrTitle" hasCustomPrompt="1"/>
          </p:nvPr>
        </p:nvSpPr>
        <p:spPr>
          <a:xfrm>
            <a:off x="1808163" y="448050"/>
            <a:ext cx="8572500" cy="645253"/>
          </a:xfrm>
        </p:spPr>
        <p:txBody>
          <a:bodyPr anchor="b" anchorCtr="0">
            <a:noAutofit/>
          </a:bodyPr>
          <a:lstStyle>
            <a:lvl1pPr algn="ctr">
              <a:defRPr sz="2800">
                <a:solidFill>
                  <a:schemeClr val="tx1"/>
                </a:solidFill>
              </a:defRPr>
            </a:lvl1pPr>
          </a:lstStyle>
          <a:p>
            <a:r>
              <a:rPr lang="en-CA"/>
              <a:t>Presentation Title</a:t>
            </a:r>
          </a:p>
        </p:txBody>
      </p:sp>
      <p:sp>
        <p:nvSpPr>
          <p:cNvPr id="15" name="Text Placeholder 2">
            <a:extLst>
              <a:ext uri="{FF2B5EF4-FFF2-40B4-BE49-F238E27FC236}">
                <a16:creationId xmlns:a16="http://schemas.microsoft.com/office/drawing/2014/main" id="{BDBAE5BA-798A-3E43-B9E1-17134A265AC5}"/>
              </a:ext>
            </a:extLst>
          </p:cNvPr>
          <p:cNvSpPr>
            <a:spLocks noGrp="1"/>
          </p:cNvSpPr>
          <p:nvPr>
            <p:ph type="body" sz="quarter" idx="13" hasCustomPrompt="1"/>
          </p:nvPr>
        </p:nvSpPr>
        <p:spPr>
          <a:xfrm>
            <a:off x="1808163" y="1093303"/>
            <a:ext cx="8572500" cy="485655"/>
          </a:xfrm>
        </p:spPr>
        <p:txBody>
          <a:bodyPr>
            <a:noAutofit/>
          </a:bodyPr>
          <a:lstStyle>
            <a:lvl1pPr marL="0" indent="0" algn="ctr">
              <a:lnSpc>
                <a:spcPct val="100000"/>
              </a:lnSpc>
              <a:spcBef>
                <a:spcPts val="0"/>
              </a:spcBef>
              <a:buNone/>
              <a:defRPr sz="1400">
                <a:solidFill>
                  <a:schemeClr val="tx1"/>
                </a:solidFill>
              </a:defRPr>
            </a:lvl1pPr>
          </a:lstStyle>
          <a:p>
            <a:r>
              <a:rPr lang="en-CA"/>
              <a:t>Presentation Subtitle or Date</a:t>
            </a:r>
          </a:p>
        </p:txBody>
      </p:sp>
      <p:sp>
        <p:nvSpPr>
          <p:cNvPr id="9" name="Date Placeholder 3">
            <a:extLst>
              <a:ext uri="{FF2B5EF4-FFF2-40B4-BE49-F238E27FC236}">
                <a16:creationId xmlns:a16="http://schemas.microsoft.com/office/drawing/2014/main" id="{7ECF3DFD-68AC-A24D-8035-BEEAC8467263}"/>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E3958FF6-D0ED-2B4D-9DA0-4818BA59518A}" type="datetime1">
              <a:rPr lang="en-CA" smtClean="0"/>
              <a:t>2026-09-15</a:t>
            </a:fld>
            <a:endParaRPr lang="en-CA"/>
          </a:p>
        </p:txBody>
      </p:sp>
      <p:sp>
        <p:nvSpPr>
          <p:cNvPr id="10" name="Footer Placeholder 4">
            <a:extLst>
              <a:ext uri="{FF2B5EF4-FFF2-40B4-BE49-F238E27FC236}">
                <a16:creationId xmlns:a16="http://schemas.microsoft.com/office/drawing/2014/main" id="{EEBF229A-C120-C141-81E3-0E3933FF970E}"/>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1" name="Slide Number Placeholder 5">
            <a:extLst>
              <a:ext uri="{FF2B5EF4-FFF2-40B4-BE49-F238E27FC236}">
                <a16:creationId xmlns:a16="http://schemas.microsoft.com/office/drawing/2014/main" id="{54A72F33-1DDF-7E4C-A27F-B3AD6A894CAD}"/>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22" name="Graphic 21">
            <a:extLst>
              <a:ext uri="{FF2B5EF4-FFF2-40B4-BE49-F238E27FC236}">
                <a16:creationId xmlns:a16="http://schemas.microsoft.com/office/drawing/2014/main" id="{0DD9C215-CBEC-EFE7-4013-901B490721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5859554"/>
            <a:ext cx="3830610" cy="652945"/>
          </a:xfrm>
          <a:prstGeom prst="rect">
            <a:avLst/>
          </a:prstGeom>
        </p:spPr>
      </p:pic>
      <p:pic>
        <p:nvPicPr>
          <p:cNvPr id="23" name="Graphic 22">
            <a:extLst>
              <a:ext uri="{FF2B5EF4-FFF2-40B4-BE49-F238E27FC236}">
                <a16:creationId xmlns:a16="http://schemas.microsoft.com/office/drawing/2014/main" id="{5E0A149E-A19E-6446-232B-CA9ED9D3BC3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3658255699"/>
      </p:ext>
    </p:extLst>
  </p:cSld>
  <p:clrMapOvr>
    <a:overrideClrMapping bg1="dk1" tx1="lt1" bg2="dk2" tx2="lt1"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Bo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5098608-D70C-6242-908D-105B7BBC7D9A}"/>
              </a:ext>
            </a:extLst>
          </p:cNvPr>
          <p:cNvSpPr>
            <a:spLocks noGrp="1"/>
          </p:cNvSpPr>
          <p:nvPr>
            <p:ph type="ctrTitle" hasCustomPrompt="1"/>
          </p:nvPr>
        </p:nvSpPr>
        <p:spPr>
          <a:xfrm>
            <a:off x="1" y="534010"/>
            <a:ext cx="5043714" cy="4815912"/>
          </a:xfrm>
          <a:solidFill>
            <a:schemeClr val="accent1">
              <a:alpha val="90000"/>
            </a:schemeClr>
          </a:solidFill>
        </p:spPr>
        <p:txBody>
          <a:bodyPr lIns="457200" tIns="1764000" anchor="t">
            <a:noAutofit/>
          </a:bodyPr>
          <a:lstStyle>
            <a:lvl1pPr algn="l">
              <a:defRPr sz="2600">
                <a:solidFill>
                  <a:schemeClr val="tx1"/>
                </a:solidFill>
              </a:defRPr>
            </a:lvl1pPr>
          </a:lstStyle>
          <a:p>
            <a:r>
              <a:rPr lang="en-CA"/>
              <a:t>Presentation </a:t>
            </a:r>
            <a:br>
              <a:rPr lang="en-CA"/>
            </a:br>
            <a:r>
              <a:rPr lang="en-CA"/>
              <a:t>Title</a:t>
            </a:r>
          </a:p>
        </p:txBody>
      </p:sp>
      <p:sp>
        <p:nvSpPr>
          <p:cNvPr id="17" name="Text Placeholder 2">
            <a:extLst>
              <a:ext uri="{FF2B5EF4-FFF2-40B4-BE49-F238E27FC236}">
                <a16:creationId xmlns:a16="http://schemas.microsoft.com/office/drawing/2014/main" id="{AF41ECEA-DA65-3F4D-8596-30003317DB6C}"/>
              </a:ext>
            </a:extLst>
          </p:cNvPr>
          <p:cNvSpPr>
            <a:spLocks noGrp="1"/>
          </p:cNvSpPr>
          <p:nvPr>
            <p:ph type="body" sz="quarter" idx="10" hasCustomPrompt="1"/>
          </p:nvPr>
        </p:nvSpPr>
        <p:spPr>
          <a:xfrm>
            <a:off x="366591" y="3477553"/>
            <a:ext cx="3571875" cy="375987"/>
          </a:xfrm>
        </p:spPr>
        <p:txBody>
          <a:bodyPr>
            <a:noAutofit/>
          </a:bodyPr>
          <a:lstStyle>
            <a:lvl1pPr marL="0" indent="0" algn="l">
              <a:lnSpc>
                <a:spcPct val="100000"/>
              </a:lnSpc>
              <a:spcBef>
                <a:spcPts val="0"/>
              </a:spcBef>
              <a:buNone/>
              <a:defRPr sz="1400">
                <a:solidFill>
                  <a:schemeClr val="tx1"/>
                </a:solidFill>
              </a:defRPr>
            </a:lvl1pPr>
          </a:lstStyle>
          <a:p>
            <a:pPr lvl="0"/>
            <a:r>
              <a:rPr lang="en-CA"/>
              <a:t>Date</a:t>
            </a:r>
          </a:p>
        </p:txBody>
      </p:sp>
      <p:sp>
        <p:nvSpPr>
          <p:cNvPr id="12" name="Subtitle 2">
            <a:extLst>
              <a:ext uri="{FF2B5EF4-FFF2-40B4-BE49-F238E27FC236}">
                <a16:creationId xmlns:a16="http://schemas.microsoft.com/office/drawing/2014/main" id="{E2F41215-CF00-9340-847C-0413D3DAE636}"/>
              </a:ext>
            </a:extLst>
          </p:cNvPr>
          <p:cNvSpPr>
            <a:spLocks noGrp="1"/>
          </p:cNvSpPr>
          <p:nvPr>
            <p:ph type="subTitle" idx="1" hasCustomPrompt="1"/>
          </p:nvPr>
        </p:nvSpPr>
        <p:spPr>
          <a:xfrm>
            <a:off x="381000" y="4025320"/>
            <a:ext cx="3571875" cy="1031797"/>
          </a:xfrm>
          <a:prstGeom prst="callout1">
            <a:avLst>
              <a:gd name="adj1" fmla="val 15"/>
              <a:gd name="adj2" fmla="val 25889"/>
              <a:gd name="adj3" fmla="val 91"/>
              <a:gd name="adj4" fmla="val 2200"/>
            </a:avLst>
          </a:prstGeom>
          <a:ln w="38100">
            <a:solidFill>
              <a:schemeClr val="tx1"/>
            </a:solidFill>
          </a:ln>
        </p:spPr>
        <p:txBody>
          <a:bodyPr tIns="182880">
            <a:noAutofit/>
          </a:bodyPr>
          <a:lstStyle>
            <a:lvl1pPr marL="0" indent="0" algn="l">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and title</a:t>
            </a:r>
          </a:p>
        </p:txBody>
      </p:sp>
      <p:sp>
        <p:nvSpPr>
          <p:cNvPr id="8" name="Date Placeholder 3">
            <a:extLst>
              <a:ext uri="{FF2B5EF4-FFF2-40B4-BE49-F238E27FC236}">
                <a16:creationId xmlns:a16="http://schemas.microsoft.com/office/drawing/2014/main" id="{E6F8A007-C15E-8541-B9A2-32A09BFC5A04}"/>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4664F7E2-B8C4-1343-AE3D-776C9722A352}" type="datetime1">
              <a:rPr lang="en-CA" smtClean="0"/>
              <a:t>2026-09-15</a:t>
            </a:fld>
            <a:endParaRPr lang="en-CA"/>
          </a:p>
        </p:txBody>
      </p:sp>
      <p:sp>
        <p:nvSpPr>
          <p:cNvPr id="9" name="Footer Placeholder 4">
            <a:extLst>
              <a:ext uri="{FF2B5EF4-FFF2-40B4-BE49-F238E27FC236}">
                <a16:creationId xmlns:a16="http://schemas.microsoft.com/office/drawing/2014/main" id="{3B769DE6-128C-E74F-AF11-FAC8C1C693B2}"/>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98677C0B-7D80-EC4D-B07C-C86B78FB8E1F}"/>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4" name="Graphic 3">
            <a:extLst>
              <a:ext uri="{FF2B5EF4-FFF2-40B4-BE49-F238E27FC236}">
                <a16:creationId xmlns:a16="http://schemas.microsoft.com/office/drawing/2014/main" id="{84192B7F-2753-47FD-69DB-982BD20C51C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5859554"/>
            <a:ext cx="3830610" cy="652945"/>
          </a:xfrm>
          <a:prstGeom prst="rect">
            <a:avLst/>
          </a:prstGeom>
        </p:spPr>
      </p:pic>
      <p:pic>
        <p:nvPicPr>
          <p:cNvPr id="6" name="Graphic 5">
            <a:extLst>
              <a:ext uri="{FF2B5EF4-FFF2-40B4-BE49-F238E27FC236}">
                <a16:creationId xmlns:a16="http://schemas.microsoft.com/office/drawing/2014/main" id="{7A94866E-6CC3-187F-3C1E-0F6B29A0422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3448208888"/>
      </p:ext>
    </p:extLst>
  </p:cSld>
  <p:clrMapOvr>
    <a:overrideClrMapping bg1="dk1" tx1="lt1" bg2="dk2" tx2="lt1"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Aerial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6741DEF-46F1-1840-8774-3964F43507E2}"/>
              </a:ext>
            </a:extLst>
          </p:cNvPr>
          <p:cNvSpPr/>
          <p:nvPr userDrawn="1"/>
        </p:nvSpPr>
        <p:spPr>
          <a:xfrm>
            <a:off x="0" y="0"/>
            <a:ext cx="12192000" cy="6858000"/>
          </a:xfrm>
          <a:prstGeom prst="rect">
            <a:avLst/>
          </a:prstGeom>
          <a:gradFill>
            <a:gsLst>
              <a:gs pos="51000">
                <a:srgbClr val="FFFFFF">
                  <a:alpha val="25000"/>
                </a:srgbClr>
              </a:gs>
              <a:gs pos="41000">
                <a:srgbClr val="FFFFFF">
                  <a:alpha val="50000"/>
                </a:srgbClr>
              </a:gs>
              <a:gs pos="26000">
                <a:schemeClr val="bg1">
                  <a:alpha val="75000"/>
                </a:schemeClr>
              </a:gs>
              <a:gs pos="64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itle 1">
            <a:extLst>
              <a:ext uri="{FF2B5EF4-FFF2-40B4-BE49-F238E27FC236}">
                <a16:creationId xmlns:a16="http://schemas.microsoft.com/office/drawing/2014/main" id="{7AB3015E-9C6A-8540-9BC5-F25CB2502775}"/>
              </a:ext>
            </a:extLst>
          </p:cNvPr>
          <p:cNvSpPr>
            <a:spLocks noGrp="1"/>
          </p:cNvSpPr>
          <p:nvPr>
            <p:ph type="ctrTitle" hasCustomPrompt="1"/>
          </p:nvPr>
        </p:nvSpPr>
        <p:spPr>
          <a:xfrm>
            <a:off x="375503" y="1857710"/>
            <a:ext cx="6434873" cy="922565"/>
          </a:xfrm>
        </p:spPr>
        <p:txBody>
          <a:bodyPr anchor="t">
            <a:noAutofit/>
          </a:bodyPr>
          <a:lstStyle>
            <a:lvl1pPr algn="l">
              <a:defRPr sz="3200">
                <a:solidFill>
                  <a:schemeClr val="tx2"/>
                </a:solidFill>
              </a:defRPr>
            </a:lvl1pPr>
          </a:lstStyle>
          <a:p>
            <a:r>
              <a:rPr lang="en-CA"/>
              <a:t>Presentation </a:t>
            </a:r>
            <a:br>
              <a:rPr lang="en-CA"/>
            </a:br>
            <a:r>
              <a:rPr lang="en-CA"/>
              <a:t>Title</a:t>
            </a:r>
          </a:p>
        </p:txBody>
      </p:sp>
      <p:sp>
        <p:nvSpPr>
          <p:cNvPr id="11" name="Text Placeholder 2">
            <a:extLst>
              <a:ext uri="{FF2B5EF4-FFF2-40B4-BE49-F238E27FC236}">
                <a16:creationId xmlns:a16="http://schemas.microsoft.com/office/drawing/2014/main" id="{C9371049-C387-C743-B633-3F7BF1386CB4}"/>
              </a:ext>
            </a:extLst>
          </p:cNvPr>
          <p:cNvSpPr>
            <a:spLocks noGrp="1"/>
          </p:cNvSpPr>
          <p:nvPr>
            <p:ph type="body" sz="quarter" idx="10" hasCustomPrompt="1"/>
          </p:nvPr>
        </p:nvSpPr>
        <p:spPr>
          <a:xfrm>
            <a:off x="375503" y="2780275"/>
            <a:ext cx="3322578" cy="325061"/>
          </a:xfrm>
        </p:spPr>
        <p:txBody>
          <a:bodyPr>
            <a:noAutofit/>
          </a:bodyPr>
          <a:lstStyle>
            <a:lvl1pPr marL="0" indent="0">
              <a:lnSpc>
                <a:spcPct val="100000"/>
              </a:lnSpc>
              <a:spcBef>
                <a:spcPts val="0"/>
              </a:spcBef>
              <a:buNone/>
              <a:defRPr sz="1400">
                <a:solidFill>
                  <a:schemeClr val="tx1"/>
                </a:solidFill>
              </a:defRPr>
            </a:lvl1pPr>
          </a:lstStyle>
          <a:p>
            <a:pPr lvl="0"/>
            <a:r>
              <a:rPr lang="en-CA"/>
              <a:t>Date</a:t>
            </a:r>
          </a:p>
        </p:txBody>
      </p:sp>
      <p:sp>
        <p:nvSpPr>
          <p:cNvPr id="12" name="Subtitle 2">
            <a:extLst>
              <a:ext uri="{FF2B5EF4-FFF2-40B4-BE49-F238E27FC236}">
                <a16:creationId xmlns:a16="http://schemas.microsoft.com/office/drawing/2014/main" id="{7E140334-0B02-EF46-8D1C-99C78CBFF5A9}"/>
              </a:ext>
            </a:extLst>
          </p:cNvPr>
          <p:cNvSpPr>
            <a:spLocks noGrp="1"/>
          </p:cNvSpPr>
          <p:nvPr>
            <p:ph type="subTitle" idx="1" hasCustomPrompt="1"/>
          </p:nvPr>
        </p:nvSpPr>
        <p:spPr>
          <a:xfrm>
            <a:off x="8493919" y="1857710"/>
            <a:ext cx="3322578" cy="1247626"/>
          </a:xfrm>
        </p:spPr>
        <p:txBody>
          <a:bodyPr>
            <a:noAutofit/>
          </a:bodyPr>
          <a:lstStyle>
            <a:lvl1pPr marL="0" indent="0" algn="l">
              <a:lnSpc>
                <a:spcPct val="100000"/>
              </a:lnSpc>
              <a:spcBef>
                <a:spcPts val="1000"/>
              </a:spcBef>
              <a:buNone/>
              <a:defRPr sz="1400" b="0" i="0">
                <a:solidFill>
                  <a:schemeClr val="tx1"/>
                </a:solidFill>
                <a:latin typeface="+mn-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Presenter name and title</a:t>
            </a:r>
          </a:p>
        </p:txBody>
      </p:sp>
      <p:sp>
        <p:nvSpPr>
          <p:cNvPr id="9" name="Date Placeholder 3">
            <a:extLst>
              <a:ext uri="{FF2B5EF4-FFF2-40B4-BE49-F238E27FC236}">
                <a16:creationId xmlns:a16="http://schemas.microsoft.com/office/drawing/2014/main" id="{D390B6CA-A106-A94E-9756-258D5910D28C}"/>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5B5EF329-1CB0-2C42-80E8-486CDC974695}" type="datetime1">
              <a:rPr lang="en-CA" smtClean="0"/>
              <a:t>2026-09-15</a:t>
            </a:fld>
            <a:endParaRPr lang="en-CA"/>
          </a:p>
        </p:txBody>
      </p:sp>
      <p:sp>
        <p:nvSpPr>
          <p:cNvPr id="14" name="Footer Placeholder 4">
            <a:extLst>
              <a:ext uri="{FF2B5EF4-FFF2-40B4-BE49-F238E27FC236}">
                <a16:creationId xmlns:a16="http://schemas.microsoft.com/office/drawing/2014/main" id="{A1472B3A-F315-774C-AEBE-800B35FD0253}"/>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5" name="Slide Number Placeholder 5">
            <a:extLst>
              <a:ext uri="{FF2B5EF4-FFF2-40B4-BE49-F238E27FC236}">
                <a16:creationId xmlns:a16="http://schemas.microsoft.com/office/drawing/2014/main" id="{AA91710A-C762-F340-BCAF-108D746BC6EB}"/>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5" name="Graphic 4">
            <a:extLst>
              <a:ext uri="{FF2B5EF4-FFF2-40B4-BE49-F238E27FC236}">
                <a16:creationId xmlns:a16="http://schemas.microsoft.com/office/drawing/2014/main" id="{858C09B7-C934-65CE-A8FA-361CD634B4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643105"/>
            <a:ext cx="3390900" cy="571500"/>
          </a:xfrm>
          <a:prstGeom prst="rect">
            <a:avLst/>
          </a:prstGeom>
        </p:spPr>
      </p:pic>
      <p:pic>
        <p:nvPicPr>
          <p:cNvPr id="6" name="Graphic 5">
            <a:extLst>
              <a:ext uri="{FF2B5EF4-FFF2-40B4-BE49-F238E27FC236}">
                <a16:creationId xmlns:a16="http://schemas.microsoft.com/office/drawing/2014/main" id="{4D04EC0E-D2A7-B011-5E81-7170CA2E38A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90220" y="685058"/>
            <a:ext cx="844580" cy="448449"/>
          </a:xfrm>
          <a:prstGeom prst="rect">
            <a:avLst/>
          </a:prstGeom>
        </p:spPr>
      </p:pic>
    </p:spTree>
    <p:extLst>
      <p:ext uri="{BB962C8B-B14F-4D97-AF65-F5344CB8AC3E}">
        <p14:creationId xmlns:p14="http://schemas.microsoft.com/office/powerpoint/2010/main" val="3712571839"/>
      </p:ext>
    </p:extLst>
  </p:cSld>
  <p:clrMapOvr>
    <a:masterClrMapping/>
  </p:clrMapOvr>
  <p:extLst>
    <p:ext uri="{DCECCB84-F9BA-43D5-87BE-67443E8EF086}">
      <p15:sldGuideLst xmlns:p15="http://schemas.microsoft.com/office/powerpoint/2012/main">
        <p15:guide id="1" orient="horz" pos="576" userDrawn="1">
          <p15:clr>
            <a:srgbClr val="F26B43"/>
          </p15:clr>
        </p15:guide>
        <p15:guide id="2" orient="horz" pos="100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ropped Photo">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2A649EA-C287-0447-9E98-D4DF15C0A446}"/>
              </a:ext>
            </a:extLst>
          </p:cNvPr>
          <p:cNvSpPr>
            <a:spLocks noGrp="1"/>
          </p:cNvSpPr>
          <p:nvPr>
            <p:ph type="ctrTitle" hasCustomPrompt="1"/>
          </p:nvPr>
        </p:nvSpPr>
        <p:spPr>
          <a:xfrm>
            <a:off x="393082" y="1692550"/>
            <a:ext cx="3559793" cy="1991742"/>
          </a:xfrm>
        </p:spPr>
        <p:txBody>
          <a:bodyPr anchor="t">
            <a:noAutofit/>
          </a:bodyPr>
          <a:lstStyle>
            <a:lvl1pPr algn="l">
              <a:defRPr sz="3200"/>
            </a:lvl1pPr>
          </a:lstStyle>
          <a:p>
            <a:r>
              <a:rPr lang="en-CA"/>
              <a:t>Presentation </a:t>
            </a:r>
            <a:br>
              <a:rPr lang="en-CA"/>
            </a:br>
            <a:r>
              <a:rPr lang="en-CA"/>
              <a:t>Title</a:t>
            </a:r>
          </a:p>
        </p:txBody>
      </p:sp>
      <p:sp>
        <p:nvSpPr>
          <p:cNvPr id="8" name="Subtitle 2">
            <a:extLst>
              <a:ext uri="{FF2B5EF4-FFF2-40B4-BE49-F238E27FC236}">
                <a16:creationId xmlns:a16="http://schemas.microsoft.com/office/drawing/2014/main" id="{E6528DC4-B78E-0948-B719-F5F7DB301229}"/>
              </a:ext>
            </a:extLst>
          </p:cNvPr>
          <p:cNvSpPr>
            <a:spLocks noGrp="1"/>
          </p:cNvSpPr>
          <p:nvPr>
            <p:ph type="subTitle" idx="1" hasCustomPrompt="1"/>
          </p:nvPr>
        </p:nvSpPr>
        <p:spPr>
          <a:xfrm>
            <a:off x="381000" y="3803421"/>
            <a:ext cx="3571875" cy="1609966"/>
          </a:xfrm>
          <a:prstGeom prst="callout1">
            <a:avLst>
              <a:gd name="adj1" fmla="val 15"/>
              <a:gd name="adj2" fmla="val 25889"/>
              <a:gd name="adj3" fmla="val 91"/>
              <a:gd name="adj4" fmla="val 2200"/>
            </a:avLst>
          </a:prstGeom>
          <a:ln w="38100">
            <a:solidFill>
              <a:srgbClr val="00A189"/>
            </a:solidFill>
          </a:ln>
        </p:spPr>
        <p:txBody>
          <a:bodyPr tIns="182880">
            <a:noAutofit/>
          </a:bodyPr>
          <a:lstStyle>
            <a:lvl1pPr marL="0" indent="0" algn="l">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title, and date</a:t>
            </a:r>
          </a:p>
        </p:txBody>
      </p:sp>
      <p:sp>
        <p:nvSpPr>
          <p:cNvPr id="9" name="Picture Placeholder 4">
            <a:extLst>
              <a:ext uri="{FF2B5EF4-FFF2-40B4-BE49-F238E27FC236}">
                <a16:creationId xmlns:a16="http://schemas.microsoft.com/office/drawing/2014/main" id="{F5113323-CD94-E641-825C-596014456D02}"/>
              </a:ext>
            </a:extLst>
          </p:cNvPr>
          <p:cNvSpPr>
            <a:spLocks noGrp="1"/>
          </p:cNvSpPr>
          <p:nvPr>
            <p:ph type="pic" sz="quarter" idx="10"/>
          </p:nvPr>
        </p:nvSpPr>
        <p:spPr>
          <a:xfrm>
            <a:off x="4665662" y="0"/>
            <a:ext cx="7526338" cy="6857999"/>
          </a:xfrm>
        </p:spPr>
        <p:txBody>
          <a:bodyPr>
            <a:noAutofit/>
          </a:bodyPr>
          <a:lstStyle>
            <a:lvl1pPr marL="0" indent="0">
              <a:buNone/>
              <a:defRPr/>
            </a:lvl1pPr>
          </a:lstStyle>
          <a:p>
            <a:r>
              <a:rPr lang="en-US"/>
              <a:t>Click icon to add picture</a:t>
            </a:r>
            <a:endParaRPr lang="en-CA"/>
          </a:p>
        </p:txBody>
      </p:sp>
      <p:sp>
        <p:nvSpPr>
          <p:cNvPr id="10" name="Date Placeholder 3">
            <a:extLst>
              <a:ext uri="{FF2B5EF4-FFF2-40B4-BE49-F238E27FC236}">
                <a16:creationId xmlns:a16="http://schemas.microsoft.com/office/drawing/2014/main" id="{78D6E2B0-15D2-544E-A6E3-0D7BEEC226A4}"/>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D4308F8A-4A23-8141-9042-05DC736F5477}" type="datetime1">
              <a:rPr lang="en-CA" smtClean="0"/>
              <a:t>2026-09-15</a:t>
            </a:fld>
            <a:endParaRPr lang="en-CA"/>
          </a:p>
        </p:txBody>
      </p:sp>
      <p:sp>
        <p:nvSpPr>
          <p:cNvPr id="12" name="Footer Placeholder 4">
            <a:extLst>
              <a:ext uri="{FF2B5EF4-FFF2-40B4-BE49-F238E27FC236}">
                <a16:creationId xmlns:a16="http://schemas.microsoft.com/office/drawing/2014/main" id="{73E48218-2121-3F40-896B-B5C22E1B4E9E}"/>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4" name="Slide Number Placeholder 5">
            <a:extLst>
              <a:ext uri="{FF2B5EF4-FFF2-40B4-BE49-F238E27FC236}">
                <a16:creationId xmlns:a16="http://schemas.microsoft.com/office/drawing/2014/main" id="{55C972A2-DA14-2142-B121-179D6EC85951}"/>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3" name="Graphic 2">
            <a:extLst>
              <a:ext uri="{FF2B5EF4-FFF2-40B4-BE49-F238E27FC236}">
                <a16:creationId xmlns:a16="http://schemas.microsoft.com/office/drawing/2014/main" id="{6CCE3CBE-B035-F5AE-21DB-C0181E44C5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361950"/>
            <a:ext cx="3390900" cy="571500"/>
          </a:xfrm>
          <a:prstGeom prst="rect">
            <a:avLst/>
          </a:prstGeom>
        </p:spPr>
      </p:pic>
      <p:pic>
        <p:nvPicPr>
          <p:cNvPr id="4" name="Graphic 3">
            <a:extLst>
              <a:ext uri="{FF2B5EF4-FFF2-40B4-BE49-F238E27FC236}">
                <a16:creationId xmlns:a16="http://schemas.microsoft.com/office/drawing/2014/main" id="{4A4F351E-920C-7026-675A-4B644170F26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199" y="6006754"/>
            <a:ext cx="918519" cy="487709"/>
          </a:xfrm>
          <a:prstGeom prst="rect">
            <a:avLst/>
          </a:prstGeom>
        </p:spPr>
      </p:pic>
    </p:spTree>
    <p:extLst>
      <p:ext uri="{BB962C8B-B14F-4D97-AF65-F5344CB8AC3E}">
        <p14:creationId xmlns:p14="http://schemas.microsoft.com/office/powerpoint/2010/main" val="600292306"/>
      </p:ext>
    </p:extLst>
  </p:cSld>
  <p:clrMapOvr>
    <a:masterClrMapping/>
  </p:clrMapOvr>
  <p:extLst>
    <p:ext uri="{DCECCB84-F9BA-43D5-87BE-67443E8EF086}">
      <p15:sldGuideLst xmlns:p15="http://schemas.microsoft.com/office/powerpoint/2012/main">
        <p15:guide id="1" orient="horz" pos="576"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150">
    <p:bg>
      <p:bgPr>
        <a:solidFill>
          <a:schemeClr val="tx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155A324-1402-8A4E-85AA-CEBBB404C77C}"/>
              </a:ext>
            </a:extLst>
          </p:cNvPr>
          <p:cNvSpPr>
            <a:spLocks noGrp="1"/>
          </p:cNvSpPr>
          <p:nvPr>
            <p:ph type="ctrTitle" hasCustomPrompt="1"/>
          </p:nvPr>
        </p:nvSpPr>
        <p:spPr>
          <a:xfrm>
            <a:off x="380999" y="441325"/>
            <a:ext cx="5002213" cy="1566863"/>
          </a:xfrm>
        </p:spPr>
        <p:txBody>
          <a:bodyPr anchor="t">
            <a:noAutofit/>
          </a:bodyPr>
          <a:lstStyle>
            <a:lvl1pPr algn="l">
              <a:defRPr sz="3200">
                <a:solidFill>
                  <a:schemeClr val="bg1"/>
                </a:solidFill>
              </a:defRPr>
            </a:lvl1pPr>
          </a:lstStyle>
          <a:p>
            <a:r>
              <a:rPr lang="en-CA"/>
              <a:t>Presentation </a:t>
            </a:r>
            <a:br>
              <a:rPr lang="en-CA"/>
            </a:br>
            <a:r>
              <a:rPr lang="en-CA"/>
              <a:t>Title</a:t>
            </a:r>
          </a:p>
        </p:txBody>
      </p:sp>
      <p:sp>
        <p:nvSpPr>
          <p:cNvPr id="9" name="Subtitle 2">
            <a:extLst>
              <a:ext uri="{FF2B5EF4-FFF2-40B4-BE49-F238E27FC236}">
                <a16:creationId xmlns:a16="http://schemas.microsoft.com/office/drawing/2014/main" id="{08D77FEA-0643-9E4C-9D6C-A3FA4F9DF420}"/>
              </a:ext>
            </a:extLst>
          </p:cNvPr>
          <p:cNvSpPr>
            <a:spLocks noGrp="1"/>
          </p:cNvSpPr>
          <p:nvPr>
            <p:ph type="subTitle" idx="1" hasCustomPrompt="1"/>
          </p:nvPr>
        </p:nvSpPr>
        <p:spPr>
          <a:xfrm>
            <a:off x="381000" y="2170153"/>
            <a:ext cx="3571875" cy="1609966"/>
          </a:xfrm>
          <a:prstGeom prst="callout1">
            <a:avLst>
              <a:gd name="adj1" fmla="val 15"/>
              <a:gd name="adj2" fmla="val 25889"/>
              <a:gd name="adj3" fmla="val 91"/>
              <a:gd name="adj4" fmla="val 2200"/>
            </a:avLst>
          </a:prstGeom>
          <a:ln w="38100">
            <a:solidFill>
              <a:srgbClr val="6FC7EA"/>
            </a:solidFill>
          </a:ln>
        </p:spPr>
        <p:txBody>
          <a:bodyPr tIns="182880">
            <a:noAutofit/>
          </a:bodyPr>
          <a:lstStyle>
            <a:lvl1pPr marL="0" indent="0" algn="l">
              <a:buNone/>
              <a:defRPr sz="1400">
                <a:solidFill>
                  <a:schemeClr val="bg1"/>
                </a:solidFill>
              </a:defRPr>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title, and date</a:t>
            </a:r>
          </a:p>
        </p:txBody>
      </p:sp>
      <p:sp>
        <p:nvSpPr>
          <p:cNvPr id="7" name="Date Placeholder 3">
            <a:extLst>
              <a:ext uri="{FF2B5EF4-FFF2-40B4-BE49-F238E27FC236}">
                <a16:creationId xmlns:a16="http://schemas.microsoft.com/office/drawing/2014/main" id="{A04F6139-12B2-6E41-936E-3636E8A7552C}"/>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EDCE013-AE49-7F47-8FF5-C5C600EB3539}" type="datetime1">
              <a:rPr lang="en-CA" smtClean="0"/>
              <a:t>2026-09-15</a:t>
            </a:fld>
            <a:endParaRPr lang="en-CA"/>
          </a:p>
        </p:txBody>
      </p:sp>
      <p:sp>
        <p:nvSpPr>
          <p:cNvPr id="10" name="Footer Placeholder 4">
            <a:extLst>
              <a:ext uri="{FF2B5EF4-FFF2-40B4-BE49-F238E27FC236}">
                <a16:creationId xmlns:a16="http://schemas.microsoft.com/office/drawing/2014/main" id="{68578076-3F0D-DA47-AC20-73342D3B76EA}"/>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2" name="Slide Number Placeholder 5">
            <a:extLst>
              <a:ext uri="{FF2B5EF4-FFF2-40B4-BE49-F238E27FC236}">
                <a16:creationId xmlns:a16="http://schemas.microsoft.com/office/drawing/2014/main" id="{3179519D-DB2C-4940-ACD7-FE931A52DE8F}"/>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2" name="Graphic 1">
            <a:extLst>
              <a:ext uri="{FF2B5EF4-FFF2-40B4-BE49-F238E27FC236}">
                <a16:creationId xmlns:a16="http://schemas.microsoft.com/office/drawing/2014/main" id="{1F2B7A83-B8A6-7B8C-29BE-4B33A52A00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5859553"/>
            <a:ext cx="3874142" cy="652945"/>
          </a:xfrm>
          <a:prstGeom prst="rect">
            <a:avLst/>
          </a:prstGeom>
        </p:spPr>
      </p:pic>
      <p:pic>
        <p:nvPicPr>
          <p:cNvPr id="3" name="Graphic 2">
            <a:extLst>
              <a:ext uri="{FF2B5EF4-FFF2-40B4-BE49-F238E27FC236}">
                <a16:creationId xmlns:a16="http://schemas.microsoft.com/office/drawing/2014/main" id="{832FFF3F-C088-0FB7-6958-DDAF8B6CBFE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90220" y="5939130"/>
            <a:ext cx="844580" cy="448449"/>
          </a:xfrm>
          <a:prstGeom prst="rect">
            <a:avLst/>
          </a:prstGeom>
        </p:spPr>
      </p:pic>
      <p:pic>
        <p:nvPicPr>
          <p:cNvPr id="15" name="Graphic 14">
            <a:extLst>
              <a:ext uri="{FF2B5EF4-FFF2-40B4-BE49-F238E27FC236}">
                <a16:creationId xmlns:a16="http://schemas.microsoft.com/office/drawing/2014/main" id="{15AAA269-9772-A967-5A96-3B1A057FECF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57200" y="5859554"/>
            <a:ext cx="3830610" cy="652945"/>
          </a:xfrm>
          <a:prstGeom prst="rect">
            <a:avLst/>
          </a:prstGeom>
        </p:spPr>
      </p:pic>
      <p:pic>
        <p:nvPicPr>
          <p:cNvPr id="20" name="Graphic 19">
            <a:extLst>
              <a:ext uri="{FF2B5EF4-FFF2-40B4-BE49-F238E27FC236}">
                <a16:creationId xmlns:a16="http://schemas.microsoft.com/office/drawing/2014/main" id="{BC1CDA47-BB21-3356-C3EB-6EEDAFCB0B6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90220" y="5939129"/>
            <a:ext cx="844580" cy="448449"/>
          </a:xfrm>
          <a:prstGeom prst="rect">
            <a:avLst/>
          </a:prstGeom>
        </p:spPr>
      </p:pic>
    </p:spTree>
    <p:extLst>
      <p:ext uri="{BB962C8B-B14F-4D97-AF65-F5344CB8AC3E}">
        <p14:creationId xmlns:p14="http://schemas.microsoft.com/office/powerpoint/2010/main" val="1441086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150 Blue">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C26D92E2-ACCC-4D44-9CD7-A2DD39F68AC0}"/>
              </a:ext>
            </a:extLst>
          </p:cNvPr>
          <p:cNvSpPr>
            <a:spLocks noGrp="1"/>
          </p:cNvSpPr>
          <p:nvPr>
            <p:ph type="ctrTitle" hasCustomPrompt="1"/>
          </p:nvPr>
        </p:nvSpPr>
        <p:spPr>
          <a:xfrm>
            <a:off x="381000" y="441325"/>
            <a:ext cx="5002213" cy="1566863"/>
          </a:xfrm>
        </p:spPr>
        <p:txBody>
          <a:bodyPr anchor="t">
            <a:noAutofit/>
          </a:bodyPr>
          <a:lstStyle>
            <a:lvl1pPr algn="l">
              <a:defRPr sz="3200"/>
            </a:lvl1pPr>
          </a:lstStyle>
          <a:p>
            <a:r>
              <a:rPr lang="en-CA"/>
              <a:t>Presentation </a:t>
            </a:r>
            <a:br>
              <a:rPr lang="en-CA"/>
            </a:br>
            <a:r>
              <a:rPr lang="en-CA"/>
              <a:t>Title</a:t>
            </a:r>
          </a:p>
        </p:txBody>
      </p:sp>
      <p:sp>
        <p:nvSpPr>
          <p:cNvPr id="9" name="Subtitle 2">
            <a:extLst>
              <a:ext uri="{FF2B5EF4-FFF2-40B4-BE49-F238E27FC236}">
                <a16:creationId xmlns:a16="http://schemas.microsoft.com/office/drawing/2014/main" id="{5DE7BCD7-B4AD-5E46-AC39-220479761A2F}"/>
              </a:ext>
            </a:extLst>
          </p:cNvPr>
          <p:cNvSpPr>
            <a:spLocks noGrp="1"/>
          </p:cNvSpPr>
          <p:nvPr>
            <p:ph type="subTitle" idx="1" hasCustomPrompt="1"/>
          </p:nvPr>
        </p:nvSpPr>
        <p:spPr>
          <a:xfrm>
            <a:off x="381000" y="2170153"/>
            <a:ext cx="3571875" cy="1609966"/>
          </a:xfrm>
          <a:prstGeom prst="callout1">
            <a:avLst>
              <a:gd name="adj1" fmla="val 15"/>
              <a:gd name="adj2" fmla="val 25889"/>
              <a:gd name="adj3" fmla="val 91"/>
              <a:gd name="adj4" fmla="val 2200"/>
            </a:avLst>
          </a:prstGeom>
          <a:ln w="38100">
            <a:solidFill>
              <a:srgbClr val="6FC7EA"/>
            </a:solidFill>
          </a:ln>
        </p:spPr>
        <p:txBody>
          <a:bodyPr tIns="182880">
            <a:noAutofit/>
          </a:bodyPr>
          <a:lstStyle>
            <a:lvl1pPr marL="0" indent="0" algn="l">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vl6pPr marL="2286000" indent="0" algn="l">
              <a:buNone/>
              <a:defRPr sz="1400"/>
            </a:lvl6pPr>
            <a:lvl7pPr marL="2743200" indent="0" algn="l">
              <a:buNone/>
              <a:defRPr sz="1400"/>
            </a:lvl7pPr>
            <a:lvl8pPr marL="3200400" indent="0" algn="l">
              <a:buNone/>
              <a:defRPr sz="1400"/>
            </a:lvl8pPr>
            <a:lvl9pPr marL="3657600" indent="0" algn="l">
              <a:buNone/>
              <a:defRPr sz="1400"/>
            </a:lvl9pPr>
          </a:lstStyle>
          <a:p>
            <a:r>
              <a:rPr lang="en-CA"/>
              <a:t>Presenter name, title, and date</a:t>
            </a:r>
          </a:p>
        </p:txBody>
      </p:sp>
      <p:sp>
        <p:nvSpPr>
          <p:cNvPr id="6" name="Date Placeholder 3">
            <a:extLst>
              <a:ext uri="{FF2B5EF4-FFF2-40B4-BE49-F238E27FC236}">
                <a16:creationId xmlns:a16="http://schemas.microsoft.com/office/drawing/2014/main" id="{9A346C72-5BED-5F45-BE08-5991EEC3EFC0}"/>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83A30B42-391E-AE46-B312-B98B91215D1D}" type="datetime1">
              <a:rPr lang="en-CA" smtClean="0"/>
              <a:t>2026-09-15</a:t>
            </a:fld>
            <a:endParaRPr lang="en-CA"/>
          </a:p>
        </p:txBody>
      </p:sp>
      <p:sp>
        <p:nvSpPr>
          <p:cNvPr id="7" name="Footer Placeholder 4">
            <a:extLst>
              <a:ext uri="{FF2B5EF4-FFF2-40B4-BE49-F238E27FC236}">
                <a16:creationId xmlns:a16="http://schemas.microsoft.com/office/drawing/2014/main" id="{BCCC25B4-1D37-0647-B375-93F5F1C322E4}"/>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75689793-27E5-124B-978D-6BF703C28E95}"/>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2" name="Graphic 1">
            <a:extLst>
              <a:ext uri="{FF2B5EF4-FFF2-40B4-BE49-F238E27FC236}">
                <a16:creationId xmlns:a16="http://schemas.microsoft.com/office/drawing/2014/main" id="{7EC779D9-C247-98AA-3717-D491DDAAAF1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5859553"/>
            <a:ext cx="3874142" cy="652945"/>
          </a:xfrm>
          <a:prstGeom prst="rect">
            <a:avLst/>
          </a:prstGeom>
        </p:spPr>
      </p:pic>
      <p:pic>
        <p:nvPicPr>
          <p:cNvPr id="3" name="Graphic 2">
            <a:extLst>
              <a:ext uri="{FF2B5EF4-FFF2-40B4-BE49-F238E27FC236}">
                <a16:creationId xmlns:a16="http://schemas.microsoft.com/office/drawing/2014/main" id="{2C030E6B-0314-B9DA-B89B-08092F1BD17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4060992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2">
            <a:alpha val="75000"/>
          </a:schemeClr>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BB8A6943-10C1-3749-932A-FF4C23522D69}"/>
              </a:ext>
            </a:extLst>
          </p:cNvPr>
          <p:cNvSpPr>
            <a:spLocks noGrp="1"/>
          </p:cNvSpPr>
          <p:nvPr>
            <p:ph type="ctrTitle" hasCustomPrompt="1"/>
          </p:nvPr>
        </p:nvSpPr>
        <p:spPr>
          <a:xfrm>
            <a:off x="390499" y="2046016"/>
            <a:ext cx="4275164" cy="2765968"/>
          </a:xfrm>
          <a:prstGeom prst="callout1">
            <a:avLst>
              <a:gd name="adj1" fmla="val -190"/>
              <a:gd name="adj2" fmla="val 15671"/>
              <a:gd name="adj3" fmla="val -153"/>
              <a:gd name="adj4" fmla="val 1942"/>
            </a:avLst>
          </a:prstGeom>
          <a:ln w="38100">
            <a:solidFill>
              <a:schemeClr val="accent1"/>
            </a:solidFill>
          </a:ln>
        </p:spPr>
        <p:txBody>
          <a:bodyPr tIns="246888" anchor="t">
            <a:noAutofit/>
          </a:bodyPr>
          <a:lstStyle>
            <a:lvl1pPr algn="l">
              <a:defRPr sz="3200" b="1"/>
            </a:lvl1pPr>
          </a:lstStyle>
          <a:p>
            <a:r>
              <a:rPr lang="en-CA"/>
              <a:t>Section Heading</a:t>
            </a:r>
          </a:p>
        </p:txBody>
      </p:sp>
      <p:sp>
        <p:nvSpPr>
          <p:cNvPr id="5" name="Date Placeholder 3">
            <a:extLst>
              <a:ext uri="{FF2B5EF4-FFF2-40B4-BE49-F238E27FC236}">
                <a16:creationId xmlns:a16="http://schemas.microsoft.com/office/drawing/2014/main" id="{C8883679-6646-F742-A463-4E6C0747566A}"/>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1C8C8-841D-A345-A85E-41565600D661}" type="datetime1">
              <a:rPr lang="en-CA" smtClean="0"/>
              <a:t>2026-09-15</a:t>
            </a:fld>
            <a:endParaRPr lang="en-CA"/>
          </a:p>
        </p:txBody>
      </p:sp>
      <p:sp>
        <p:nvSpPr>
          <p:cNvPr id="7" name="Footer Placeholder 4">
            <a:extLst>
              <a:ext uri="{FF2B5EF4-FFF2-40B4-BE49-F238E27FC236}">
                <a16:creationId xmlns:a16="http://schemas.microsoft.com/office/drawing/2014/main" id="{F41E0A73-D492-2C44-BB8F-8495C2A5159A}"/>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8" name="Slide Number Placeholder 5">
            <a:extLst>
              <a:ext uri="{FF2B5EF4-FFF2-40B4-BE49-F238E27FC236}">
                <a16:creationId xmlns:a16="http://schemas.microsoft.com/office/drawing/2014/main" id="{46FB65DB-948B-FB4B-ABEF-1D1476F806A8}"/>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2" name="Graphic 1">
            <a:extLst>
              <a:ext uri="{FF2B5EF4-FFF2-40B4-BE49-F238E27FC236}">
                <a16:creationId xmlns:a16="http://schemas.microsoft.com/office/drawing/2014/main" id="{33D651DD-9C5B-C0AF-2F8D-322A5B0F063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5859553"/>
            <a:ext cx="3874142" cy="652945"/>
          </a:xfrm>
          <a:prstGeom prst="rect">
            <a:avLst/>
          </a:prstGeom>
        </p:spPr>
      </p:pic>
      <p:pic>
        <p:nvPicPr>
          <p:cNvPr id="3" name="Graphic 2">
            <a:extLst>
              <a:ext uri="{FF2B5EF4-FFF2-40B4-BE49-F238E27FC236}">
                <a16:creationId xmlns:a16="http://schemas.microsoft.com/office/drawing/2014/main" id="{904945FD-1FA5-98D5-2B98-559A82B9541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7215535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3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 - Breadcrumb">
    <p:bg>
      <p:bgPr>
        <a:solidFill>
          <a:schemeClr val="bg2">
            <a:alpha val="75000"/>
          </a:schemeClr>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5928101-0180-9141-9194-F1121CCFDE68}"/>
              </a:ext>
            </a:extLst>
          </p:cNvPr>
          <p:cNvSpPr>
            <a:spLocks noGrp="1"/>
          </p:cNvSpPr>
          <p:nvPr>
            <p:ph type="body" idx="1" hasCustomPrompt="1"/>
          </p:nvPr>
        </p:nvSpPr>
        <p:spPr>
          <a:xfrm>
            <a:off x="381000" y="1422303"/>
            <a:ext cx="4284663" cy="665286"/>
          </a:xfrm>
        </p:spPr>
        <p:txBody>
          <a:bodyPr anchor="b">
            <a:noAutofit/>
          </a:bodyPr>
          <a:lstStyle>
            <a:lvl1pPr marL="0" indent="0">
              <a:lnSpc>
                <a:spcPct val="100000"/>
              </a:lnSpc>
              <a:buNone/>
              <a:defRPr sz="1600" b="1" i="0">
                <a:solidFill>
                  <a:srgbClr val="00A189"/>
                </a:solidFill>
                <a:latin typeface="Arial Black" panose="020B0604020202020204" pitchFamily="34" charset="0"/>
                <a:cs typeface="Arial Black"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CA"/>
              <a:t>Section Title</a:t>
            </a:r>
          </a:p>
        </p:txBody>
      </p:sp>
      <p:sp>
        <p:nvSpPr>
          <p:cNvPr id="19" name="Title 1">
            <a:extLst>
              <a:ext uri="{FF2B5EF4-FFF2-40B4-BE49-F238E27FC236}">
                <a16:creationId xmlns:a16="http://schemas.microsoft.com/office/drawing/2014/main" id="{850A253F-77BB-D94E-AF1B-27A5D6484640}"/>
              </a:ext>
            </a:extLst>
          </p:cNvPr>
          <p:cNvSpPr>
            <a:spLocks noGrp="1"/>
          </p:cNvSpPr>
          <p:nvPr>
            <p:ph type="ctrTitle" hasCustomPrompt="1"/>
          </p:nvPr>
        </p:nvSpPr>
        <p:spPr>
          <a:xfrm>
            <a:off x="380999" y="2202272"/>
            <a:ext cx="4284663" cy="2765968"/>
          </a:xfrm>
        </p:spPr>
        <p:txBody>
          <a:bodyPr anchor="t">
            <a:noAutofit/>
          </a:bodyPr>
          <a:lstStyle>
            <a:lvl1pPr algn="l">
              <a:defRPr sz="3400" b="0"/>
            </a:lvl1pPr>
          </a:lstStyle>
          <a:p>
            <a:r>
              <a:rPr lang="en-CA"/>
              <a:t>Section </a:t>
            </a:r>
            <a:br>
              <a:rPr lang="en-CA"/>
            </a:br>
            <a:r>
              <a:rPr lang="en-CA"/>
              <a:t>Heading</a:t>
            </a:r>
          </a:p>
        </p:txBody>
      </p:sp>
      <p:sp>
        <p:nvSpPr>
          <p:cNvPr id="6" name="Date Placeholder 3">
            <a:extLst>
              <a:ext uri="{FF2B5EF4-FFF2-40B4-BE49-F238E27FC236}">
                <a16:creationId xmlns:a16="http://schemas.microsoft.com/office/drawing/2014/main" id="{6ED4888D-8528-6349-9F57-D25FA9E5A866}"/>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54B51589-6EE3-C54F-A374-4E7D93FE6220}" type="datetime1">
              <a:rPr lang="en-CA" smtClean="0"/>
              <a:t>2026-09-15</a:t>
            </a:fld>
            <a:endParaRPr lang="en-CA"/>
          </a:p>
        </p:txBody>
      </p:sp>
      <p:sp>
        <p:nvSpPr>
          <p:cNvPr id="8" name="Footer Placeholder 4">
            <a:extLst>
              <a:ext uri="{FF2B5EF4-FFF2-40B4-BE49-F238E27FC236}">
                <a16:creationId xmlns:a16="http://schemas.microsoft.com/office/drawing/2014/main" id="{8B9706DA-CD19-1140-A5B7-D8D526FCCC20}"/>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9" name="Slide Number Placeholder 5">
            <a:extLst>
              <a:ext uri="{FF2B5EF4-FFF2-40B4-BE49-F238E27FC236}">
                <a16:creationId xmlns:a16="http://schemas.microsoft.com/office/drawing/2014/main" id="{4CDA8C2E-3CC7-D745-9DEC-E05C61896511}"/>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2" name="Graphic 1">
            <a:extLst>
              <a:ext uri="{FF2B5EF4-FFF2-40B4-BE49-F238E27FC236}">
                <a16:creationId xmlns:a16="http://schemas.microsoft.com/office/drawing/2014/main" id="{F8D6B3CF-70DC-60A7-1B6F-F12C37CFE5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5859553"/>
            <a:ext cx="3874142" cy="652945"/>
          </a:xfrm>
          <a:prstGeom prst="rect">
            <a:avLst/>
          </a:prstGeom>
        </p:spPr>
      </p:pic>
      <p:pic>
        <p:nvPicPr>
          <p:cNvPr id="3" name="Graphic 2">
            <a:extLst>
              <a:ext uri="{FF2B5EF4-FFF2-40B4-BE49-F238E27FC236}">
                <a16:creationId xmlns:a16="http://schemas.microsoft.com/office/drawing/2014/main" id="{0BB0C273-86B9-750D-E323-C2DA10B4718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12987544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3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Header - Number">
    <p:bg>
      <p:bgPr>
        <a:solidFill>
          <a:schemeClr val="bg2">
            <a:alpha val="75000"/>
          </a:schemeClr>
        </a:solidFill>
        <a:effectLst/>
      </p:bgPr>
    </p:bg>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F3E33AE5-10E5-2243-9512-DC5475B63950}"/>
              </a:ext>
            </a:extLst>
          </p:cNvPr>
          <p:cNvSpPr>
            <a:spLocks noGrp="1"/>
          </p:cNvSpPr>
          <p:nvPr>
            <p:ph type="body" idx="1" hasCustomPrompt="1"/>
          </p:nvPr>
        </p:nvSpPr>
        <p:spPr>
          <a:xfrm>
            <a:off x="386752" y="2358197"/>
            <a:ext cx="1071112" cy="1267506"/>
          </a:xfrm>
        </p:spPr>
        <p:txBody>
          <a:bodyPr anchor="ctr">
            <a:noAutofit/>
          </a:bodyPr>
          <a:lstStyle>
            <a:lvl1pPr marL="0" indent="0" algn="l">
              <a:lnSpc>
                <a:spcPct val="100000"/>
              </a:lnSpc>
              <a:buNone/>
              <a:defRPr sz="7900" b="1" i="0" kern="1200" spc="-300" baseline="0">
                <a:solidFill>
                  <a:schemeClr val="accent2"/>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CA"/>
              <a:t>#</a:t>
            </a:r>
          </a:p>
        </p:txBody>
      </p:sp>
      <p:cxnSp>
        <p:nvCxnSpPr>
          <p:cNvPr id="19" name="Straight Connector 18">
            <a:extLst>
              <a:ext uri="{FF2B5EF4-FFF2-40B4-BE49-F238E27FC236}">
                <a16:creationId xmlns:a16="http://schemas.microsoft.com/office/drawing/2014/main" id="{CFE737EA-5785-A24D-9E71-BDFD7C684217}"/>
              </a:ext>
            </a:extLst>
          </p:cNvPr>
          <p:cNvCxnSpPr>
            <a:cxnSpLocks/>
          </p:cNvCxnSpPr>
          <p:nvPr userDrawn="1"/>
        </p:nvCxnSpPr>
        <p:spPr>
          <a:xfrm>
            <a:off x="1472251" y="2621517"/>
            <a:ext cx="0" cy="7726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itle 1">
            <a:extLst>
              <a:ext uri="{FF2B5EF4-FFF2-40B4-BE49-F238E27FC236}">
                <a16:creationId xmlns:a16="http://schemas.microsoft.com/office/drawing/2014/main" id="{9F38B238-D0B5-004A-9FAE-29D20E21D615}"/>
              </a:ext>
            </a:extLst>
          </p:cNvPr>
          <p:cNvSpPr>
            <a:spLocks noGrp="1"/>
          </p:cNvSpPr>
          <p:nvPr>
            <p:ph type="ctrTitle" hasCustomPrompt="1"/>
          </p:nvPr>
        </p:nvSpPr>
        <p:spPr>
          <a:xfrm>
            <a:off x="1745188" y="2358196"/>
            <a:ext cx="7043551" cy="1333152"/>
          </a:xfrm>
        </p:spPr>
        <p:txBody>
          <a:bodyPr anchor="ctr">
            <a:noAutofit/>
          </a:bodyPr>
          <a:lstStyle>
            <a:lvl1pPr algn="l">
              <a:defRPr sz="3200"/>
            </a:lvl1pPr>
          </a:lstStyle>
          <a:p>
            <a:r>
              <a:rPr lang="en-CA"/>
              <a:t>Section </a:t>
            </a:r>
            <a:br>
              <a:rPr lang="en-CA"/>
            </a:br>
            <a:r>
              <a:rPr lang="en-CA"/>
              <a:t>Heading</a:t>
            </a:r>
          </a:p>
        </p:txBody>
      </p:sp>
      <p:sp>
        <p:nvSpPr>
          <p:cNvPr id="7" name="Date Placeholder 3">
            <a:extLst>
              <a:ext uri="{FF2B5EF4-FFF2-40B4-BE49-F238E27FC236}">
                <a16:creationId xmlns:a16="http://schemas.microsoft.com/office/drawing/2014/main" id="{FA7CF644-58C1-BE45-9B9E-417D4AB7D84F}"/>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0609A50B-9DD7-034D-A237-6CF6D342A68E}" type="datetime1">
              <a:rPr lang="en-CA" smtClean="0"/>
              <a:t>2026-09-15</a:t>
            </a:fld>
            <a:endParaRPr lang="en-CA"/>
          </a:p>
        </p:txBody>
      </p:sp>
      <p:sp>
        <p:nvSpPr>
          <p:cNvPr id="9" name="Footer Placeholder 4">
            <a:extLst>
              <a:ext uri="{FF2B5EF4-FFF2-40B4-BE49-F238E27FC236}">
                <a16:creationId xmlns:a16="http://schemas.microsoft.com/office/drawing/2014/main" id="{941F033B-63AE-8B42-8C72-97D73DCEA7DD}"/>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F7C373BC-86A6-E046-973D-4A8D241C44BC}"/>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2" name="Graphic 1">
            <a:extLst>
              <a:ext uri="{FF2B5EF4-FFF2-40B4-BE49-F238E27FC236}">
                <a16:creationId xmlns:a16="http://schemas.microsoft.com/office/drawing/2014/main" id="{F5ECE064-382C-12D7-EA23-59B75732B4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5859553"/>
            <a:ext cx="3874142" cy="652945"/>
          </a:xfrm>
          <a:prstGeom prst="rect">
            <a:avLst/>
          </a:prstGeom>
        </p:spPr>
      </p:pic>
      <p:pic>
        <p:nvPicPr>
          <p:cNvPr id="3" name="Graphic 2">
            <a:extLst>
              <a:ext uri="{FF2B5EF4-FFF2-40B4-BE49-F238E27FC236}">
                <a16:creationId xmlns:a16="http://schemas.microsoft.com/office/drawing/2014/main" id="{A352A45A-981B-C6E3-B655-E8675631B02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9072257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37" userDrawn="1">
          <p15:clr>
            <a:srgbClr val="FBAE40"/>
          </p15:clr>
        </p15:guide>
        <p15:guide id="2" orient="horz" pos="166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Header - Descriptiv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57AAABE-04E8-A545-A314-42924AE6D5BD}"/>
              </a:ext>
            </a:extLst>
          </p:cNvPr>
          <p:cNvSpPr>
            <a:spLocks noGrp="1"/>
          </p:cNvSpPr>
          <p:nvPr>
            <p:ph type="ctrTitle" hasCustomPrompt="1"/>
          </p:nvPr>
        </p:nvSpPr>
        <p:spPr>
          <a:xfrm>
            <a:off x="390832" y="2418735"/>
            <a:ext cx="5002213" cy="2139604"/>
          </a:xfrm>
          <a:prstGeom prst="callout1">
            <a:avLst>
              <a:gd name="adj1" fmla="val -190"/>
              <a:gd name="adj2" fmla="val 15671"/>
              <a:gd name="adj3" fmla="val -153"/>
              <a:gd name="adj4" fmla="val 1942"/>
            </a:avLst>
          </a:prstGeom>
          <a:ln w="38100">
            <a:solidFill>
              <a:schemeClr val="accent1"/>
            </a:solidFill>
          </a:ln>
        </p:spPr>
        <p:txBody>
          <a:bodyPr tIns="246888" anchor="t">
            <a:noAutofit/>
          </a:bodyPr>
          <a:lstStyle>
            <a:lvl1pPr algn="l">
              <a:defRPr sz="3200" b="1"/>
            </a:lvl1pPr>
          </a:lstStyle>
          <a:p>
            <a:r>
              <a:rPr lang="en-CA"/>
              <a:t>Section Heading</a:t>
            </a:r>
          </a:p>
        </p:txBody>
      </p:sp>
      <p:sp>
        <p:nvSpPr>
          <p:cNvPr id="11" name="Subtitle 2">
            <a:extLst>
              <a:ext uri="{FF2B5EF4-FFF2-40B4-BE49-F238E27FC236}">
                <a16:creationId xmlns:a16="http://schemas.microsoft.com/office/drawing/2014/main" id="{3AAE98B3-4A8A-2140-8C47-61584E74A5DD}"/>
              </a:ext>
            </a:extLst>
          </p:cNvPr>
          <p:cNvSpPr>
            <a:spLocks noGrp="1"/>
          </p:cNvSpPr>
          <p:nvPr>
            <p:ph type="subTitle" idx="10" hasCustomPrompt="1"/>
          </p:nvPr>
        </p:nvSpPr>
        <p:spPr>
          <a:xfrm>
            <a:off x="6810375" y="2636504"/>
            <a:ext cx="4289426" cy="2206724"/>
          </a:xfrm>
          <a:prstGeom prst="callout1">
            <a:avLst>
              <a:gd name="adj1" fmla="val -37"/>
              <a:gd name="adj2" fmla="val 46"/>
              <a:gd name="adj3" fmla="val 100045"/>
              <a:gd name="adj4" fmla="val 65"/>
            </a:avLst>
          </a:prstGeom>
          <a:ln w="6350">
            <a:solidFill>
              <a:schemeClr val="tx1"/>
            </a:solidFill>
          </a:ln>
        </p:spPr>
        <p:txBody>
          <a:bodyPr lIns="274320">
            <a:noAutofit/>
          </a:bodyPr>
          <a:lstStyle>
            <a:lvl1pPr marL="0" indent="0" algn="l">
              <a:lnSpc>
                <a:spcPct val="110000"/>
              </a:lnSpc>
              <a:spcBef>
                <a:spcPts val="1000"/>
              </a:spcBef>
              <a:buNone/>
              <a:defRPr sz="1400" b="0" i="0">
                <a:latin typeface="+mn-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Click to add text</a:t>
            </a:r>
          </a:p>
        </p:txBody>
      </p:sp>
      <p:sp>
        <p:nvSpPr>
          <p:cNvPr id="5" name="Date Placeholder 3">
            <a:extLst>
              <a:ext uri="{FF2B5EF4-FFF2-40B4-BE49-F238E27FC236}">
                <a16:creationId xmlns:a16="http://schemas.microsoft.com/office/drawing/2014/main" id="{D13D71FE-1CC0-1F46-A185-396A63CD6A68}"/>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250A0B0A-6ACC-8241-B012-577D9651F84C}" type="datetime1">
              <a:rPr lang="en-CA" smtClean="0"/>
              <a:t>2026-09-15</a:t>
            </a:fld>
            <a:endParaRPr lang="en-CA"/>
          </a:p>
        </p:txBody>
      </p:sp>
      <p:sp>
        <p:nvSpPr>
          <p:cNvPr id="6" name="Footer Placeholder 4">
            <a:extLst>
              <a:ext uri="{FF2B5EF4-FFF2-40B4-BE49-F238E27FC236}">
                <a16:creationId xmlns:a16="http://schemas.microsoft.com/office/drawing/2014/main" id="{9191076F-419C-D641-B89F-F1B596E8B7A4}"/>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8" name="Slide Number Placeholder 5">
            <a:extLst>
              <a:ext uri="{FF2B5EF4-FFF2-40B4-BE49-F238E27FC236}">
                <a16:creationId xmlns:a16="http://schemas.microsoft.com/office/drawing/2014/main" id="{DF8BF9F5-392D-8D44-B833-3381706685A3}"/>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pic>
        <p:nvPicPr>
          <p:cNvPr id="2" name="Graphic 1">
            <a:extLst>
              <a:ext uri="{FF2B5EF4-FFF2-40B4-BE49-F238E27FC236}">
                <a16:creationId xmlns:a16="http://schemas.microsoft.com/office/drawing/2014/main" id="{7F806313-F288-6DAC-6B07-FF195490637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5859553"/>
            <a:ext cx="3874142" cy="652945"/>
          </a:xfrm>
          <a:prstGeom prst="rect">
            <a:avLst/>
          </a:prstGeom>
        </p:spPr>
      </p:pic>
      <p:pic>
        <p:nvPicPr>
          <p:cNvPr id="3" name="Graphic 2">
            <a:extLst>
              <a:ext uri="{FF2B5EF4-FFF2-40B4-BE49-F238E27FC236}">
                <a16:creationId xmlns:a16="http://schemas.microsoft.com/office/drawing/2014/main" id="{E400FFE9-8689-836E-6737-556048C1CA9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90220" y="5939130"/>
            <a:ext cx="844580" cy="448449"/>
          </a:xfrm>
          <a:prstGeom prst="rect">
            <a:avLst/>
          </a:prstGeom>
        </p:spPr>
      </p:pic>
    </p:spTree>
    <p:extLst>
      <p:ext uri="{BB962C8B-B14F-4D97-AF65-F5344CB8AC3E}">
        <p14:creationId xmlns:p14="http://schemas.microsoft.com/office/powerpoint/2010/main" val="2562290293"/>
      </p:ext>
    </p:extLst>
  </p:cSld>
  <p:clrMapOvr>
    <a:masterClrMapping/>
  </p:clrMapOvr>
  <p:extLst>
    <p:ext uri="{DCECCB84-F9BA-43D5-87BE-67443E8EF086}">
      <p15:sldGuideLst xmlns:p15="http://schemas.microsoft.com/office/powerpoint/2012/main">
        <p15:guide id="1" pos="43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8939-CBF9-5846-919A-D2860AD0543B}"/>
              </a:ext>
            </a:extLst>
          </p:cNvPr>
          <p:cNvSpPr>
            <a:spLocks noGrp="1"/>
          </p:cNvSpPr>
          <p:nvPr>
            <p:ph type="title"/>
          </p:nvPr>
        </p:nvSpPr>
        <p:spPr/>
        <p:txBody>
          <a:bodyPr/>
          <a:lstStyle/>
          <a:p>
            <a:r>
              <a:rPr lang="en-US"/>
              <a:t>Click to edit Master title style</a:t>
            </a:r>
            <a:endParaRPr lang="en-CA"/>
          </a:p>
        </p:txBody>
      </p:sp>
      <p:sp>
        <p:nvSpPr>
          <p:cNvPr id="33" name="Content Placeholder 32">
            <a:extLst>
              <a:ext uri="{FF2B5EF4-FFF2-40B4-BE49-F238E27FC236}">
                <a16:creationId xmlns:a16="http://schemas.microsoft.com/office/drawing/2014/main" id="{EEF7C2F9-1C47-594C-80DD-0D433F54B810}"/>
              </a:ext>
            </a:extLst>
          </p:cNvPr>
          <p:cNvSpPr>
            <a:spLocks noGrp="1"/>
          </p:cNvSpPr>
          <p:nvPr>
            <p:ph type="body" sz="quarter" idx="23"/>
          </p:nvPr>
        </p:nvSpPr>
        <p:spPr>
          <a:xfrm>
            <a:off x="381001" y="1592264"/>
            <a:ext cx="2857499" cy="3889374"/>
          </a:xfrm>
        </p:spPr>
        <p:txBody>
          <a:bodyPr/>
          <a:lstStyle>
            <a:lvl1pPr>
              <a:spcBef>
                <a:spcPts val="1600"/>
              </a:spcBef>
              <a:defRPr lang="en-US" dirty="0"/>
            </a:lvl1pPr>
            <a:lvl2pPr>
              <a:spcBef>
                <a:spcPts val="1100"/>
              </a:spcBef>
              <a:defRPr lang="en-US" dirty="0"/>
            </a:lvl2pPr>
          </a:lstStyle>
          <a:p>
            <a:pPr lvl="0"/>
            <a:r>
              <a:rPr lang="en-US"/>
              <a:t>Click to edit Master text styles</a:t>
            </a:r>
          </a:p>
          <a:p>
            <a:pPr lvl="1"/>
            <a:r>
              <a:rPr lang="en-US"/>
              <a:t>Second level</a:t>
            </a:r>
          </a:p>
        </p:txBody>
      </p:sp>
      <p:sp>
        <p:nvSpPr>
          <p:cNvPr id="36" name="Content Placeholder 32">
            <a:extLst>
              <a:ext uri="{FF2B5EF4-FFF2-40B4-BE49-F238E27FC236}">
                <a16:creationId xmlns:a16="http://schemas.microsoft.com/office/drawing/2014/main" id="{BDD96C0F-646F-EC46-BE59-AF30FBBAAEDA}"/>
              </a:ext>
            </a:extLst>
          </p:cNvPr>
          <p:cNvSpPr>
            <a:spLocks noGrp="1"/>
          </p:cNvSpPr>
          <p:nvPr>
            <p:ph type="body" sz="quarter" idx="24"/>
          </p:nvPr>
        </p:nvSpPr>
        <p:spPr>
          <a:xfrm>
            <a:off x="3752858" y="1592262"/>
            <a:ext cx="3057515" cy="3889375"/>
          </a:xfrm>
          <a:prstGeom prst="callout1">
            <a:avLst>
              <a:gd name="adj1" fmla="val -65"/>
              <a:gd name="adj2" fmla="val 65"/>
              <a:gd name="adj3" fmla="val 100091"/>
              <a:gd name="adj4" fmla="val 24"/>
            </a:avLst>
          </a:prstGeom>
          <a:ln w="6350">
            <a:solidFill>
              <a:schemeClr val="tx1"/>
            </a:solidFill>
          </a:ln>
        </p:spPr>
        <p:txBody>
          <a:bodyPr lIns="274320"/>
          <a:lstStyle>
            <a:lvl1pPr>
              <a:spcBef>
                <a:spcPts val="1600"/>
              </a:spcBef>
              <a:defRPr/>
            </a:lvl1pPr>
            <a:lvl2pPr>
              <a:spcBef>
                <a:spcPts val="1100"/>
              </a:spcBef>
              <a:defRPr sz="1400"/>
            </a:lvl2pPr>
          </a:lstStyle>
          <a:p>
            <a:pPr lvl="0"/>
            <a:r>
              <a:rPr lang="en-US"/>
              <a:t>Click to edit Master text styles</a:t>
            </a:r>
          </a:p>
          <a:p>
            <a:pPr lvl="1"/>
            <a:r>
              <a:rPr lang="en-US"/>
              <a:t>Second level</a:t>
            </a:r>
          </a:p>
        </p:txBody>
      </p:sp>
      <p:sp>
        <p:nvSpPr>
          <p:cNvPr id="11" name="Content Placeholder 32">
            <a:extLst>
              <a:ext uri="{FF2B5EF4-FFF2-40B4-BE49-F238E27FC236}">
                <a16:creationId xmlns:a16="http://schemas.microsoft.com/office/drawing/2014/main" id="{AA50060F-CB3B-DF46-A671-981A48074C47}"/>
              </a:ext>
            </a:extLst>
          </p:cNvPr>
          <p:cNvSpPr>
            <a:spLocks noGrp="1"/>
          </p:cNvSpPr>
          <p:nvPr>
            <p:ph type="body" sz="quarter" idx="25"/>
          </p:nvPr>
        </p:nvSpPr>
        <p:spPr>
          <a:xfrm>
            <a:off x="7324731" y="1592263"/>
            <a:ext cx="3057515" cy="3889374"/>
          </a:xfrm>
          <a:prstGeom prst="callout1">
            <a:avLst>
              <a:gd name="adj1" fmla="val -65"/>
              <a:gd name="adj2" fmla="val 65"/>
              <a:gd name="adj3" fmla="val 100091"/>
              <a:gd name="adj4" fmla="val 24"/>
            </a:avLst>
          </a:prstGeom>
          <a:ln w="6350">
            <a:solidFill>
              <a:schemeClr val="tx1"/>
            </a:solidFill>
          </a:ln>
        </p:spPr>
        <p:txBody>
          <a:bodyPr lIns="274320"/>
          <a:lstStyle>
            <a:lvl1pPr>
              <a:spcBef>
                <a:spcPts val="1600"/>
              </a:spcBef>
              <a:defRPr/>
            </a:lvl1pPr>
            <a:lvl2pPr>
              <a:spcBef>
                <a:spcPts val="1100"/>
              </a:spcBef>
              <a:defRPr sz="1400"/>
            </a:lvl2pPr>
          </a:lstStyle>
          <a:p>
            <a:pPr lvl="0"/>
            <a:r>
              <a:rPr lang="en-US"/>
              <a:t>Click to edit Master text styles</a:t>
            </a:r>
          </a:p>
          <a:p>
            <a:pPr lvl="1"/>
            <a:r>
              <a:rPr lang="en-US"/>
              <a:t>Second level</a:t>
            </a:r>
          </a:p>
        </p:txBody>
      </p:sp>
      <p:sp>
        <p:nvSpPr>
          <p:cNvPr id="3" name="Date Placeholder 2">
            <a:extLst>
              <a:ext uri="{FF2B5EF4-FFF2-40B4-BE49-F238E27FC236}">
                <a16:creationId xmlns:a16="http://schemas.microsoft.com/office/drawing/2014/main" id="{4632B96D-A5D6-074E-BF2B-EACC2135372D}"/>
              </a:ext>
            </a:extLst>
          </p:cNvPr>
          <p:cNvSpPr>
            <a:spLocks noGrp="1"/>
          </p:cNvSpPr>
          <p:nvPr>
            <p:ph type="dt" sz="half" idx="10"/>
          </p:nvPr>
        </p:nvSpPr>
        <p:spPr/>
        <p:txBody>
          <a:bodyPr/>
          <a:lstStyle/>
          <a:p>
            <a:fld id="{6DD03077-3DC3-904C-A77F-806A5FD61554}" type="datetime1">
              <a:rPr lang="en-CA" smtClean="0"/>
              <a:t>2026-09-15</a:t>
            </a:fld>
            <a:endParaRPr lang="en-CA"/>
          </a:p>
        </p:txBody>
      </p:sp>
      <p:sp>
        <p:nvSpPr>
          <p:cNvPr id="4" name="Footer Placeholder 3">
            <a:extLst>
              <a:ext uri="{FF2B5EF4-FFF2-40B4-BE49-F238E27FC236}">
                <a16:creationId xmlns:a16="http://schemas.microsoft.com/office/drawing/2014/main" id="{8E7EA3D9-85AD-7A44-9A7E-80EE64E70D4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3C3421F7-5715-AC45-BD72-2426C04FFEB7}"/>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546665668"/>
      </p:ext>
    </p:extLst>
  </p:cSld>
  <p:clrMapOvr>
    <a:masterClrMapping/>
  </p:clrMapOvr>
  <p:extLst>
    <p:ext uri="{DCECCB84-F9BA-43D5-87BE-67443E8EF086}">
      <p15:sldGuideLst xmlns:p15="http://schemas.microsoft.com/office/powerpoint/2012/main">
        <p15:guide id="1" pos="2366" userDrawn="1">
          <p15:clr>
            <a:srgbClr val="FBAE40"/>
          </p15:clr>
        </p15:guide>
        <p15:guide id="2" pos="461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FE97A-93D6-E747-BAA0-0D36C3E57EA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DDCBC40-268B-EC4B-BCEA-59D5F9882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7A7DA51-01CC-8E43-909C-C5BA8288CB70}"/>
              </a:ext>
            </a:extLst>
          </p:cNvPr>
          <p:cNvSpPr>
            <a:spLocks noGrp="1"/>
          </p:cNvSpPr>
          <p:nvPr>
            <p:ph type="dt" sz="half" idx="10"/>
          </p:nvPr>
        </p:nvSpPr>
        <p:spPr/>
        <p:txBody>
          <a:bodyPr/>
          <a:lstStyle/>
          <a:p>
            <a:fld id="{A59D2D5E-F42C-4646-A5DE-D67A7105EBEC}" type="datetime1">
              <a:rPr lang="en-CA" smtClean="0"/>
              <a:t>2026-09-15</a:t>
            </a:fld>
            <a:endParaRPr lang="en-CA"/>
          </a:p>
        </p:txBody>
      </p:sp>
      <p:sp>
        <p:nvSpPr>
          <p:cNvPr id="5" name="Footer Placeholder 4">
            <a:extLst>
              <a:ext uri="{FF2B5EF4-FFF2-40B4-BE49-F238E27FC236}">
                <a16:creationId xmlns:a16="http://schemas.microsoft.com/office/drawing/2014/main" id="{8C8F9690-4ACD-1B49-8145-EF86FEA39B8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3291D2A-A36A-9F40-AA5C-6569B048E02A}"/>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3672340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EAF8-802D-9E48-8393-BC63F9C64B7B}"/>
              </a:ext>
            </a:extLst>
          </p:cNvPr>
          <p:cNvSpPr>
            <a:spLocks noGrp="1"/>
          </p:cNvSpPr>
          <p:nvPr>
            <p:ph type="title"/>
          </p:nvPr>
        </p:nvSpPr>
        <p:spPr/>
        <p:txBody>
          <a:bodyPr/>
          <a:lstStyle/>
          <a:p>
            <a:r>
              <a:rPr lang="en-US"/>
              <a:t>Click to edit Master title style</a:t>
            </a:r>
            <a:endParaRPr lang="en-CA"/>
          </a:p>
        </p:txBody>
      </p:sp>
      <p:sp>
        <p:nvSpPr>
          <p:cNvPr id="7" name="Text Placeholder 5">
            <a:extLst>
              <a:ext uri="{FF2B5EF4-FFF2-40B4-BE49-F238E27FC236}">
                <a16:creationId xmlns:a16="http://schemas.microsoft.com/office/drawing/2014/main" id="{D826743E-6DAE-EA4E-BE3D-F355BACDE8F0}"/>
              </a:ext>
            </a:extLst>
          </p:cNvPr>
          <p:cNvSpPr>
            <a:spLocks noGrp="1"/>
          </p:cNvSpPr>
          <p:nvPr>
            <p:ph type="body" sz="quarter" idx="13"/>
          </p:nvPr>
        </p:nvSpPr>
        <p:spPr>
          <a:xfrm>
            <a:off x="381001" y="1592263"/>
            <a:ext cx="8570912"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3" name="Content Placeholder 2">
            <a:extLst>
              <a:ext uri="{FF2B5EF4-FFF2-40B4-BE49-F238E27FC236}">
                <a16:creationId xmlns:a16="http://schemas.microsoft.com/office/drawing/2014/main" id="{DC18DA6C-C939-9546-A4D3-4B92C47C894A}"/>
              </a:ext>
            </a:extLst>
          </p:cNvPr>
          <p:cNvSpPr>
            <a:spLocks noGrp="1"/>
          </p:cNvSpPr>
          <p:nvPr>
            <p:ph idx="1"/>
          </p:nvPr>
        </p:nvSpPr>
        <p:spPr>
          <a:xfrm>
            <a:off x="381000" y="2145967"/>
            <a:ext cx="8570912" cy="3335671"/>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D8193ED5-70A5-CA4B-84F2-67CF2C9D40B8}"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915831669"/>
      </p:ext>
    </p:extLst>
  </p:cSld>
  <p:clrMapOvr>
    <a:masterClrMapping/>
  </p:clrMapOvr>
  <p:extLst>
    <p:ext uri="{DCECCB84-F9BA-43D5-87BE-67443E8EF086}">
      <p15:sldGuideLst xmlns:p15="http://schemas.microsoft.com/office/powerpoint/2012/main">
        <p15:guide id="1" pos="504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125FC-272F-914B-937D-5A26202EC1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5A472A3-4967-4B4F-A6B0-8F80B08F4C3A}"/>
              </a:ext>
            </a:extLst>
          </p:cNvPr>
          <p:cNvSpPr>
            <a:spLocks noGrp="1"/>
          </p:cNvSpPr>
          <p:nvPr>
            <p:ph sz="half" idx="1"/>
          </p:nvPr>
        </p:nvSpPr>
        <p:spPr>
          <a:xfrm>
            <a:off x="381000" y="1592263"/>
            <a:ext cx="5002213"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8" name="Straight Connector 7">
            <a:extLst>
              <a:ext uri="{FF2B5EF4-FFF2-40B4-BE49-F238E27FC236}">
                <a16:creationId xmlns:a16="http://schemas.microsoft.com/office/drawing/2014/main" id="{8E0F70BF-B4DC-C043-9D7C-20457CB12B2B}"/>
              </a:ext>
              <a:ext uri="{C183D7F6-B498-43B3-948B-1728B52AA6E4}">
                <adec:decorative xmlns:adec="http://schemas.microsoft.com/office/drawing/2017/decorative" val="1"/>
              </a:ext>
            </a:extLst>
          </p:cNvPr>
          <p:cNvCxnSpPr>
            <a:cxnSpLocks/>
          </p:cNvCxnSpPr>
          <p:nvPr userDrawn="1"/>
        </p:nvCxnSpPr>
        <p:spPr>
          <a:xfrm>
            <a:off x="5733823" y="1592263"/>
            <a:ext cx="0" cy="38893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8FCC904-78B1-0642-BED8-CC7244FCC937}"/>
              </a:ext>
            </a:extLst>
          </p:cNvPr>
          <p:cNvSpPr>
            <a:spLocks noGrp="1"/>
          </p:cNvSpPr>
          <p:nvPr>
            <p:ph sz="half" idx="2"/>
          </p:nvPr>
        </p:nvSpPr>
        <p:spPr>
          <a:xfrm>
            <a:off x="6096000" y="1592263"/>
            <a:ext cx="5002213"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55B82A2-0AF2-244F-9157-A6600FA0561D}"/>
              </a:ext>
            </a:extLst>
          </p:cNvPr>
          <p:cNvSpPr>
            <a:spLocks noGrp="1"/>
          </p:cNvSpPr>
          <p:nvPr>
            <p:ph type="dt" sz="half" idx="10"/>
          </p:nvPr>
        </p:nvSpPr>
        <p:spPr/>
        <p:txBody>
          <a:bodyPr/>
          <a:lstStyle/>
          <a:p>
            <a:fld id="{823E89FA-BF93-E84B-B180-E48B25F00654}" type="datetime1">
              <a:rPr lang="en-CA" smtClean="0"/>
              <a:t>2026-09-15</a:t>
            </a:fld>
            <a:endParaRPr lang="en-CA"/>
          </a:p>
        </p:txBody>
      </p:sp>
      <p:sp>
        <p:nvSpPr>
          <p:cNvPr id="6" name="Footer Placeholder 5">
            <a:extLst>
              <a:ext uri="{FF2B5EF4-FFF2-40B4-BE49-F238E27FC236}">
                <a16:creationId xmlns:a16="http://schemas.microsoft.com/office/drawing/2014/main" id="{CDFD37C8-5967-AC40-9644-F04B233C31A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EDE7BB5-A529-064D-8D13-00B00FA6E9EF}"/>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12254796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3B9C45A-2488-4541-8E5E-C662222BB426}"/>
              </a:ext>
            </a:extLst>
          </p:cNvPr>
          <p:cNvSpPr>
            <a:spLocks noGrp="1"/>
          </p:cNvSpPr>
          <p:nvPr>
            <p:ph type="title"/>
          </p:nvPr>
        </p:nvSpPr>
        <p:spPr/>
        <p:txBody>
          <a:bodyPr>
            <a:no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5B8C6E2-F29E-9642-9D47-D5EF31201BE3}"/>
              </a:ext>
            </a:extLst>
          </p:cNvPr>
          <p:cNvSpPr>
            <a:spLocks noGrp="1"/>
          </p:cNvSpPr>
          <p:nvPr>
            <p:ph type="body" idx="1"/>
          </p:nvPr>
        </p:nvSpPr>
        <p:spPr>
          <a:xfrm>
            <a:off x="381002" y="1592263"/>
            <a:ext cx="5002212" cy="389819"/>
          </a:xfrm>
        </p:spPr>
        <p:txBody>
          <a:bodyPr anchor="t">
            <a:noAutofit/>
          </a:bodyPr>
          <a:lstStyle>
            <a:lvl1pPr marL="0" indent="0">
              <a:buNone/>
              <a:defRPr sz="1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BC64B4-8862-F34E-820C-4BABB12F7E37}"/>
              </a:ext>
            </a:extLst>
          </p:cNvPr>
          <p:cNvSpPr>
            <a:spLocks noGrp="1"/>
          </p:cNvSpPr>
          <p:nvPr>
            <p:ph sz="half" idx="2"/>
          </p:nvPr>
        </p:nvSpPr>
        <p:spPr>
          <a:xfrm>
            <a:off x="381001" y="2163985"/>
            <a:ext cx="5002212" cy="3317653"/>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11" name="Straight Connector 10">
            <a:extLst>
              <a:ext uri="{FF2B5EF4-FFF2-40B4-BE49-F238E27FC236}">
                <a16:creationId xmlns:a16="http://schemas.microsoft.com/office/drawing/2014/main" id="{C33C53A9-19AC-CB4D-89A1-B09327F6D43D}"/>
              </a:ext>
              <a:ext uri="{C183D7F6-B498-43B3-948B-1728B52AA6E4}">
                <adec:decorative xmlns:adec="http://schemas.microsoft.com/office/drawing/2017/decorative" val="1"/>
              </a:ext>
            </a:extLst>
          </p:cNvPr>
          <p:cNvCxnSpPr>
            <a:cxnSpLocks/>
          </p:cNvCxnSpPr>
          <p:nvPr userDrawn="1"/>
        </p:nvCxnSpPr>
        <p:spPr>
          <a:xfrm>
            <a:off x="5733823" y="1592263"/>
            <a:ext cx="0" cy="38893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064AAD4D-5C9D-304B-9289-1322F364ECAE}"/>
              </a:ext>
            </a:extLst>
          </p:cNvPr>
          <p:cNvSpPr>
            <a:spLocks noGrp="1"/>
          </p:cNvSpPr>
          <p:nvPr>
            <p:ph type="body" sz="quarter" idx="3"/>
          </p:nvPr>
        </p:nvSpPr>
        <p:spPr>
          <a:xfrm>
            <a:off x="6096000" y="1602670"/>
            <a:ext cx="5003800" cy="389819"/>
          </a:xfrm>
        </p:spPr>
        <p:txBody>
          <a:bodyPr anchor="t">
            <a:noAutofit/>
          </a:bodyPr>
          <a:lstStyle>
            <a:lvl1pPr marL="0" indent="0">
              <a:buNone/>
              <a:defRPr sz="1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0E15D5-49E3-604D-A32E-6AECC998EAA6}"/>
              </a:ext>
            </a:extLst>
          </p:cNvPr>
          <p:cNvSpPr>
            <a:spLocks noGrp="1"/>
          </p:cNvSpPr>
          <p:nvPr>
            <p:ph sz="quarter" idx="4"/>
          </p:nvPr>
        </p:nvSpPr>
        <p:spPr>
          <a:xfrm>
            <a:off x="6096000" y="2163985"/>
            <a:ext cx="5003800" cy="3317653"/>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FA5482E-6C06-B84D-A9F3-4640CD2AA0F3}"/>
              </a:ext>
            </a:extLst>
          </p:cNvPr>
          <p:cNvSpPr>
            <a:spLocks noGrp="1"/>
          </p:cNvSpPr>
          <p:nvPr>
            <p:ph type="dt" sz="half" idx="10"/>
          </p:nvPr>
        </p:nvSpPr>
        <p:spPr/>
        <p:txBody>
          <a:bodyPr/>
          <a:lstStyle/>
          <a:p>
            <a:fld id="{DA5F462E-9C60-584E-94F0-5696249C41B3}" type="datetime1">
              <a:rPr lang="en-CA" smtClean="0"/>
              <a:t>2026-09-15</a:t>
            </a:fld>
            <a:endParaRPr lang="en-CA"/>
          </a:p>
        </p:txBody>
      </p:sp>
      <p:sp>
        <p:nvSpPr>
          <p:cNvPr id="8" name="Footer Placeholder 7">
            <a:extLst>
              <a:ext uri="{FF2B5EF4-FFF2-40B4-BE49-F238E27FC236}">
                <a16:creationId xmlns:a16="http://schemas.microsoft.com/office/drawing/2014/main" id="{15A0A29D-B92D-C044-82BE-B0FF8B54D8A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41366DF-697C-D343-84F8-E2DBE6D8C4F1}"/>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11119065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6F0ABA-98D8-7D46-B42F-91F9D2B81D6D}"/>
              </a:ext>
            </a:extLst>
          </p:cNvPr>
          <p:cNvSpPr>
            <a:spLocks noGrp="1"/>
          </p:cNvSpPr>
          <p:nvPr>
            <p:ph type="title"/>
          </p:nvPr>
        </p:nvSpPr>
        <p:spPr/>
        <p:txBody>
          <a:bodyPr/>
          <a:lstStyle/>
          <a:p>
            <a:r>
              <a:rPr lang="en-US"/>
              <a:t>Click to edit Master title style</a:t>
            </a:r>
            <a:endParaRPr lang="en-CA"/>
          </a:p>
        </p:txBody>
      </p:sp>
      <p:sp>
        <p:nvSpPr>
          <p:cNvPr id="27" name="Content Placeholder 2">
            <a:extLst>
              <a:ext uri="{FF2B5EF4-FFF2-40B4-BE49-F238E27FC236}">
                <a16:creationId xmlns:a16="http://schemas.microsoft.com/office/drawing/2014/main" id="{9F8A2164-E63F-5F43-8F4A-BEE870E94F72}"/>
              </a:ext>
            </a:extLst>
          </p:cNvPr>
          <p:cNvSpPr>
            <a:spLocks noGrp="1"/>
          </p:cNvSpPr>
          <p:nvPr>
            <p:ph idx="17"/>
          </p:nvPr>
        </p:nvSpPr>
        <p:spPr>
          <a:xfrm>
            <a:off x="381000" y="1592263"/>
            <a:ext cx="3571875" cy="3889375"/>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12" name="Straight Connector 11">
            <a:extLst>
              <a:ext uri="{FF2B5EF4-FFF2-40B4-BE49-F238E27FC236}">
                <a16:creationId xmlns:a16="http://schemas.microsoft.com/office/drawing/2014/main" id="{F731CC7A-C7C0-8E49-9EEA-95DC5698DCA7}"/>
              </a:ext>
              <a:ext uri="{C183D7F6-B498-43B3-948B-1728B52AA6E4}">
                <adec:decorative xmlns:adec="http://schemas.microsoft.com/office/drawing/2017/decorative" val="1"/>
              </a:ext>
            </a:extLst>
          </p:cNvPr>
          <p:cNvCxnSpPr>
            <a:cxnSpLocks/>
          </p:cNvCxnSpPr>
          <p:nvPr userDrawn="1"/>
        </p:nvCxnSpPr>
        <p:spPr>
          <a:xfrm>
            <a:off x="4130686" y="1592263"/>
            <a:ext cx="0" cy="38893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64EFCEEA-D652-624D-8939-6F1ADC50E107}"/>
              </a:ext>
            </a:extLst>
          </p:cNvPr>
          <p:cNvSpPr>
            <a:spLocks noGrp="1"/>
          </p:cNvSpPr>
          <p:nvPr>
            <p:ph idx="19"/>
          </p:nvPr>
        </p:nvSpPr>
        <p:spPr>
          <a:xfrm>
            <a:off x="4308497" y="1592263"/>
            <a:ext cx="3575004" cy="3889375"/>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13" name="Straight Connector 12">
            <a:extLst>
              <a:ext uri="{FF2B5EF4-FFF2-40B4-BE49-F238E27FC236}">
                <a16:creationId xmlns:a16="http://schemas.microsoft.com/office/drawing/2014/main" id="{869820C1-5232-CA47-8836-F2F910C6EB2C}"/>
              </a:ext>
              <a:ext uri="{C183D7F6-B498-43B3-948B-1728B52AA6E4}">
                <adec:decorative xmlns:adec="http://schemas.microsoft.com/office/drawing/2017/decorative" val="1"/>
              </a:ext>
            </a:extLst>
          </p:cNvPr>
          <p:cNvCxnSpPr>
            <a:cxnSpLocks/>
          </p:cNvCxnSpPr>
          <p:nvPr userDrawn="1"/>
        </p:nvCxnSpPr>
        <p:spPr>
          <a:xfrm>
            <a:off x="8061312" y="1592263"/>
            <a:ext cx="0" cy="38893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Content Placeholder 2">
            <a:extLst>
              <a:ext uri="{FF2B5EF4-FFF2-40B4-BE49-F238E27FC236}">
                <a16:creationId xmlns:a16="http://schemas.microsoft.com/office/drawing/2014/main" id="{0F9ABBAA-4442-B143-AC39-89A2D79CD3D1}"/>
              </a:ext>
            </a:extLst>
          </p:cNvPr>
          <p:cNvSpPr>
            <a:spLocks noGrp="1"/>
          </p:cNvSpPr>
          <p:nvPr>
            <p:ph idx="21"/>
          </p:nvPr>
        </p:nvSpPr>
        <p:spPr>
          <a:xfrm>
            <a:off x="8239124" y="1592263"/>
            <a:ext cx="3571875" cy="3889375"/>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A1B0BF60-4FF7-A948-A101-FF0802EBF154}" type="datetime1">
              <a:rPr lang="en-CA" smtClean="0"/>
              <a:t>2026-09-15</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979586105"/>
      </p:ext>
    </p:extLst>
  </p:cSld>
  <p:clrMapOvr>
    <a:masterClrMapping/>
  </p:clrMapOvr>
  <p:extLst>
    <p:ext uri="{DCECCB84-F9BA-43D5-87BE-67443E8EF086}">
      <p15:sldGuideLst xmlns:p15="http://schemas.microsoft.com/office/powerpoint/2012/main">
        <p15:guide id="1" pos="4966" userDrawn="1">
          <p15:clr>
            <a:srgbClr val="FBAE40"/>
          </p15:clr>
        </p15:guide>
        <p15:guide id="3" pos="27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Three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9D60E6-AE5C-A94C-B916-B56AE3BFB32E}"/>
              </a:ext>
            </a:extLst>
          </p:cNvPr>
          <p:cNvSpPr>
            <a:spLocks noGrp="1"/>
          </p:cNvSpPr>
          <p:nvPr>
            <p:ph type="title"/>
          </p:nvPr>
        </p:nvSpPr>
        <p:spPr/>
        <p:txBody>
          <a:bodyPr/>
          <a:lstStyle/>
          <a:p>
            <a:r>
              <a:rPr lang="en-US"/>
              <a:t>Click to edit Master title style</a:t>
            </a:r>
            <a:endParaRPr lang="en-CA"/>
          </a:p>
        </p:txBody>
      </p:sp>
      <p:sp>
        <p:nvSpPr>
          <p:cNvPr id="26" name="Text Placeholder 5">
            <a:extLst>
              <a:ext uri="{FF2B5EF4-FFF2-40B4-BE49-F238E27FC236}">
                <a16:creationId xmlns:a16="http://schemas.microsoft.com/office/drawing/2014/main" id="{51C3CF99-2BBF-DE4C-A9BC-BA44CFFDF0FA}"/>
              </a:ext>
            </a:extLst>
          </p:cNvPr>
          <p:cNvSpPr>
            <a:spLocks noGrp="1"/>
          </p:cNvSpPr>
          <p:nvPr>
            <p:ph type="body" sz="quarter" idx="16"/>
          </p:nvPr>
        </p:nvSpPr>
        <p:spPr>
          <a:xfrm>
            <a:off x="381001" y="1592263"/>
            <a:ext cx="3571874"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27" name="Content Placeholder 2">
            <a:extLst>
              <a:ext uri="{FF2B5EF4-FFF2-40B4-BE49-F238E27FC236}">
                <a16:creationId xmlns:a16="http://schemas.microsoft.com/office/drawing/2014/main" id="{9F8A2164-E63F-5F43-8F4A-BEE870E94F72}"/>
              </a:ext>
            </a:extLst>
          </p:cNvPr>
          <p:cNvSpPr>
            <a:spLocks noGrp="1"/>
          </p:cNvSpPr>
          <p:nvPr>
            <p:ph idx="17"/>
          </p:nvPr>
        </p:nvSpPr>
        <p:spPr>
          <a:xfrm>
            <a:off x="381000" y="2145967"/>
            <a:ext cx="3571873" cy="3335671"/>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12" name="Straight Connector 11">
            <a:extLst>
              <a:ext uri="{FF2B5EF4-FFF2-40B4-BE49-F238E27FC236}">
                <a16:creationId xmlns:a16="http://schemas.microsoft.com/office/drawing/2014/main" id="{607684EF-69DC-FB45-BAFE-E4AA97BA8024}"/>
              </a:ext>
            </a:extLst>
          </p:cNvPr>
          <p:cNvCxnSpPr>
            <a:cxnSpLocks/>
          </p:cNvCxnSpPr>
          <p:nvPr userDrawn="1"/>
        </p:nvCxnSpPr>
        <p:spPr>
          <a:xfrm>
            <a:off x="4130612" y="1592263"/>
            <a:ext cx="0" cy="38893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 Placeholder 5">
            <a:extLst>
              <a:ext uri="{FF2B5EF4-FFF2-40B4-BE49-F238E27FC236}">
                <a16:creationId xmlns:a16="http://schemas.microsoft.com/office/drawing/2014/main" id="{EC189054-CE1D-664C-ADEE-5251F9487CC2}"/>
              </a:ext>
            </a:extLst>
          </p:cNvPr>
          <p:cNvSpPr>
            <a:spLocks noGrp="1"/>
          </p:cNvSpPr>
          <p:nvPr>
            <p:ph type="body" sz="quarter" idx="18"/>
          </p:nvPr>
        </p:nvSpPr>
        <p:spPr>
          <a:xfrm>
            <a:off x="4308348" y="1592263"/>
            <a:ext cx="3575304"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32" name="Content Placeholder 2">
            <a:extLst>
              <a:ext uri="{FF2B5EF4-FFF2-40B4-BE49-F238E27FC236}">
                <a16:creationId xmlns:a16="http://schemas.microsoft.com/office/drawing/2014/main" id="{64EFCEEA-D652-624D-8939-6F1ADC50E107}"/>
              </a:ext>
            </a:extLst>
          </p:cNvPr>
          <p:cNvSpPr>
            <a:spLocks noGrp="1"/>
          </p:cNvSpPr>
          <p:nvPr>
            <p:ph idx="19"/>
          </p:nvPr>
        </p:nvSpPr>
        <p:spPr>
          <a:xfrm>
            <a:off x="4308348" y="2145967"/>
            <a:ext cx="3575304" cy="3335671"/>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13" name="Straight Connector 12">
            <a:extLst>
              <a:ext uri="{FF2B5EF4-FFF2-40B4-BE49-F238E27FC236}">
                <a16:creationId xmlns:a16="http://schemas.microsoft.com/office/drawing/2014/main" id="{4FF1368E-C170-C74B-BCFC-F6256BB1D604}"/>
              </a:ext>
            </a:extLst>
          </p:cNvPr>
          <p:cNvCxnSpPr>
            <a:cxnSpLocks/>
          </p:cNvCxnSpPr>
          <p:nvPr userDrawn="1"/>
        </p:nvCxnSpPr>
        <p:spPr>
          <a:xfrm>
            <a:off x="8059674" y="1592263"/>
            <a:ext cx="0" cy="38893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Placeholder 5">
            <a:extLst>
              <a:ext uri="{FF2B5EF4-FFF2-40B4-BE49-F238E27FC236}">
                <a16:creationId xmlns:a16="http://schemas.microsoft.com/office/drawing/2014/main" id="{310D4F21-04DE-7348-AB87-69A9500C8996}"/>
              </a:ext>
            </a:extLst>
          </p:cNvPr>
          <p:cNvSpPr>
            <a:spLocks noGrp="1"/>
          </p:cNvSpPr>
          <p:nvPr>
            <p:ph type="body" sz="quarter" idx="20"/>
          </p:nvPr>
        </p:nvSpPr>
        <p:spPr>
          <a:xfrm>
            <a:off x="8235696" y="1592263"/>
            <a:ext cx="3575304"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34" name="Content Placeholder 2">
            <a:extLst>
              <a:ext uri="{FF2B5EF4-FFF2-40B4-BE49-F238E27FC236}">
                <a16:creationId xmlns:a16="http://schemas.microsoft.com/office/drawing/2014/main" id="{0F9ABBAA-4442-B143-AC39-89A2D79CD3D1}"/>
              </a:ext>
            </a:extLst>
          </p:cNvPr>
          <p:cNvSpPr>
            <a:spLocks noGrp="1"/>
          </p:cNvSpPr>
          <p:nvPr>
            <p:ph idx="21"/>
          </p:nvPr>
        </p:nvSpPr>
        <p:spPr>
          <a:xfrm>
            <a:off x="8235695" y="2145967"/>
            <a:ext cx="3575304" cy="3335671"/>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6DB0F08A-FEA0-FB4D-B030-E4E0959C5581}" type="datetime1">
              <a:rPr lang="en-CA" smtClean="0"/>
              <a:t>2026-09-15</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801259926"/>
      </p:ext>
    </p:extLst>
  </p:cSld>
  <p:clrMapOvr>
    <a:masterClrMapping/>
  </p:clrMapOvr>
  <p:extLst>
    <p:ext uri="{DCECCB84-F9BA-43D5-87BE-67443E8EF086}">
      <p15:sldGuideLst xmlns:p15="http://schemas.microsoft.com/office/powerpoint/2012/main">
        <p15:guide id="1" pos="7129" userDrawn="1">
          <p15:clr>
            <a:srgbClr val="FBAE40"/>
          </p15:clr>
        </p15:guide>
        <p15:guide id="2" pos="2712" userDrawn="1">
          <p15:clr>
            <a:srgbClr val="FBAE40"/>
          </p15:clr>
        </p15:guide>
        <p15:guide id="3" pos="496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7E4764-9485-7F4F-960D-977FFD3B084C}"/>
              </a:ext>
            </a:extLst>
          </p:cNvPr>
          <p:cNvSpPr>
            <a:spLocks noGrp="1"/>
          </p:cNvSpPr>
          <p:nvPr>
            <p:ph type="title"/>
          </p:nvPr>
        </p:nvSpPr>
        <p:spPr>
          <a:xfrm>
            <a:off x="381000" y="441325"/>
            <a:ext cx="6429375" cy="989849"/>
          </a:xfrm>
        </p:spPr>
        <p:txBody>
          <a:bodyPr/>
          <a:lstStyle/>
          <a:p>
            <a:r>
              <a:rPr lang="en-US"/>
              <a:t>Click to edit Master title style</a:t>
            </a:r>
            <a:endParaRPr lang="en-CA"/>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idx="1"/>
          </p:nvPr>
        </p:nvSpPr>
        <p:spPr>
          <a:xfrm>
            <a:off x="381000" y="1592263"/>
            <a:ext cx="6429375" cy="3889375"/>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7524750" y="365126"/>
            <a:ext cx="4286250" cy="6129337"/>
          </a:xfrm>
        </p:spPr>
        <p:txBody>
          <a:bodyPr/>
          <a:lstStyle>
            <a:lvl1pPr marL="0" indent="0">
              <a:buNone/>
              <a:defRPr/>
            </a:lvl1pPr>
          </a:lstStyle>
          <a:p>
            <a:r>
              <a:rPr lang="en-US"/>
              <a:t>Click icon to add picture</a:t>
            </a:r>
            <a:endParaRPr lang="en-CA"/>
          </a:p>
        </p:txBody>
      </p:sp>
      <p:sp>
        <p:nvSpPr>
          <p:cNvPr id="5" name="Date Placeholder 4">
            <a:extLst>
              <a:ext uri="{FF2B5EF4-FFF2-40B4-BE49-F238E27FC236}">
                <a16:creationId xmlns:a16="http://schemas.microsoft.com/office/drawing/2014/main" id="{12C4E6C6-AD78-A84E-AD55-D38E4F26CEE8}"/>
              </a:ext>
            </a:extLst>
          </p:cNvPr>
          <p:cNvSpPr>
            <a:spLocks noGrp="1"/>
          </p:cNvSpPr>
          <p:nvPr>
            <p:ph type="dt" sz="half" idx="16"/>
          </p:nvPr>
        </p:nvSpPr>
        <p:spPr/>
        <p:txBody>
          <a:bodyPr/>
          <a:lstStyle/>
          <a:p>
            <a:fld id="{26A69486-E741-E548-882D-3BBA0679CE59}" type="datetime1">
              <a:rPr lang="en-CA" smtClean="0"/>
              <a:t>2026-09-15</a:t>
            </a:fld>
            <a:endParaRPr lang="en-CA"/>
          </a:p>
        </p:txBody>
      </p:sp>
      <p:sp>
        <p:nvSpPr>
          <p:cNvPr id="6" name="Footer Placeholder 5">
            <a:extLst>
              <a:ext uri="{FF2B5EF4-FFF2-40B4-BE49-F238E27FC236}">
                <a16:creationId xmlns:a16="http://schemas.microsoft.com/office/drawing/2014/main" id="{AF817C9D-A8F3-5C4F-9B60-33A80FD7EA02}"/>
              </a:ext>
            </a:extLst>
          </p:cNvPr>
          <p:cNvSpPr>
            <a:spLocks noGrp="1"/>
          </p:cNvSpPr>
          <p:nvPr>
            <p:ph type="ftr" sz="quarter" idx="17"/>
          </p:nvPr>
        </p:nvSpPr>
        <p:spPr>
          <a:xfrm>
            <a:off x="2524125" y="6229815"/>
            <a:ext cx="4286250" cy="260079"/>
          </a:xfrm>
        </p:spPr>
        <p:txBody>
          <a:bodyPr/>
          <a:lstStyle/>
          <a:p>
            <a:endParaRPr lang="en-CA"/>
          </a:p>
        </p:txBody>
      </p:sp>
      <p:sp>
        <p:nvSpPr>
          <p:cNvPr id="7" name="Slide Number Placeholder 10">
            <a:extLst>
              <a:ext uri="{FF2B5EF4-FFF2-40B4-BE49-F238E27FC236}">
                <a16:creationId xmlns:a16="http://schemas.microsoft.com/office/drawing/2014/main" id="{36BEFC1B-9FF7-5E49-AB98-F5482AE8AF6E}"/>
              </a:ext>
            </a:extLst>
          </p:cNvPr>
          <p:cNvSpPr>
            <a:spLocks noGrp="1"/>
          </p:cNvSpPr>
          <p:nvPr>
            <p:ph type="sldNum" sz="quarter" idx="12"/>
          </p:nvPr>
        </p:nvSpPr>
        <p:spPr>
          <a:xfrm>
            <a:off x="11454063" y="7026108"/>
            <a:ext cx="395922" cy="365125"/>
          </a:xfrm>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53039565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ubhead with Pictur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3B8C7A-7442-A947-A3A0-0FF68497C995}"/>
              </a:ext>
            </a:extLst>
          </p:cNvPr>
          <p:cNvSpPr>
            <a:spLocks noGrp="1"/>
          </p:cNvSpPr>
          <p:nvPr>
            <p:ph type="title"/>
          </p:nvPr>
        </p:nvSpPr>
        <p:spPr>
          <a:xfrm>
            <a:off x="381000" y="441325"/>
            <a:ext cx="6429375" cy="989849"/>
          </a:xfrm>
        </p:spPr>
        <p:txBody>
          <a:bodyPr/>
          <a:lstStyle/>
          <a:p>
            <a:r>
              <a:rPr lang="en-US"/>
              <a:t>Click to edit Master title style</a:t>
            </a:r>
            <a:endParaRPr lang="en-CA"/>
          </a:p>
        </p:txBody>
      </p:sp>
      <p:sp>
        <p:nvSpPr>
          <p:cNvPr id="9" name="Text Placeholder 5">
            <a:extLst>
              <a:ext uri="{FF2B5EF4-FFF2-40B4-BE49-F238E27FC236}">
                <a16:creationId xmlns:a16="http://schemas.microsoft.com/office/drawing/2014/main" id="{63C5D830-AE07-C949-8D77-0E09109CD642}"/>
              </a:ext>
            </a:extLst>
          </p:cNvPr>
          <p:cNvSpPr>
            <a:spLocks noGrp="1"/>
          </p:cNvSpPr>
          <p:nvPr>
            <p:ph type="body" sz="quarter" idx="14"/>
          </p:nvPr>
        </p:nvSpPr>
        <p:spPr>
          <a:xfrm>
            <a:off x="381000" y="1592263"/>
            <a:ext cx="6429375"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D001E528-FEC7-DB4B-9280-FA2837CA305C}"/>
              </a:ext>
            </a:extLst>
          </p:cNvPr>
          <p:cNvSpPr>
            <a:spLocks noGrp="1"/>
          </p:cNvSpPr>
          <p:nvPr>
            <p:ph idx="1"/>
          </p:nvPr>
        </p:nvSpPr>
        <p:spPr>
          <a:xfrm>
            <a:off x="381000" y="2145967"/>
            <a:ext cx="6429375" cy="3335671"/>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7524750" y="365126"/>
            <a:ext cx="4286250" cy="6129337"/>
          </a:xfrm>
        </p:spPr>
        <p:txBody>
          <a:bodyPr/>
          <a:lstStyle>
            <a:lvl1pPr marL="0" indent="0">
              <a:buNone/>
              <a:defRPr/>
            </a:lvl1pPr>
          </a:lstStyle>
          <a:p>
            <a:r>
              <a:rPr lang="en-US"/>
              <a:t>Click icon to add picture</a:t>
            </a:r>
            <a:endParaRPr lang="en-CA"/>
          </a:p>
        </p:txBody>
      </p:sp>
      <p:sp>
        <p:nvSpPr>
          <p:cNvPr id="5" name="Date Placeholder 4">
            <a:extLst>
              <a:ext uri="{FF2B5EF4-FFF2-40B4-BE49-F238E27FC236}">
                <a16:creationId xmlns:a16="http://schemas.microsoft.com/office/drawing/2014/main" id="{12C4E6C6-AD78-A84E-AD55-D38E4F26CEE8}"/>
              </a:ext>
            </a:extLst>
          </p:cNvPr>
          <p:cNvSpPr>
            <a:spLocks noGrp="1"/>
          </p:cNvSpPr>
          <p:nvPr>
            <p:ph type="dt" sz="half" idx="16"/>
          </p:nvPr>
        </p:nvSpPr>
        <p:spPr/>
        <p:txBody>
          <a:bodyPr/>
          <a:lstStyle/>
          <a:p>
            <a:fld id="{75BFC9D6-0F4F-7642-899B-C0851EB7E77B}" type="datetime1">
              <a:rPr lang="en-CA" smtClean="0"/>
              <a:t>2026-09-15</a:t>
            </a:fld>
            <a:endParaRPr lang="en-CA"/>
          </a:p>
        </p:txBody>
      </p:sp>
      <p:sp>
        <p:nvSpPr>
          <p:cNvPr id="6" name="Footer Placeholder 5">
            <a:extLst>
              <a:ext uri="{FF2B5EF4-FFF2-40B4-BE49-F238E27FC236}">
                <a16:creationId xmlns:a16="http://schemas.microsoft.com/office/drawing/2014/main" id="{AF817C9D-A8F3-5C4F-9B60-33A80FD7EA02}"/>
              </a:ext>
            </a:extLst>
          </p:cNvPr>
          <p:cNvSpPr>
            <a:spLocks noGrp="1"/>
          </p:cNvSpPr>
          <p:nvPr>
            <p:ph type="ftr" sz="quarter" idx="17"/>
          </p:nvPr>
        </p:nvSpPr>
        <p:spPr/>
        <p:txBody>
          <a:bodyPr/>
          <a:lstStyle/>
          <a:p>
            <a:endParaRPr lang="en-CA"/>
          </a:p>
        </p:txBody>
      </p:sp>
      <p:sp>
        <p:nvSpPr>
          <p:cNvPr id="8" name="Slide Number Placeholder 10">
            <a:extLst>
              <a:ext uri="{FF2B5EF4-FFF2-40B4-BE49-F238E27FC236}">
                <a16:creationId xmlns:a16="http://schemas.microsoft.com/office/drawing/2014/main" id="{7A8AFCF3-9B14-A742-87C8-89AB8F66DDBA}"/>
              </a:ext>
            </a:extLst>
          </p:cNvPr>
          <p:cNvSpPr>
            <a:spLocks noGrp="1"/>
          </p:cNvSpPr>
          <p:nvPr>
            <p:ph type="sldNum" sz="quarter" idx="12"/>
          </p:nvPr>
        </p:nvSpPr>
        <p:spPr>
          <a:xfrm>
            <a:off x="11454063" y="7022233"/>
            <a:ext cx="395922" cy="365125"/>
          </a:xfrm>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84248645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2E1CDCB-598C-9F47-AB21-DA50429D907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CC69312-531E-8743-8CF4-F67278DCD9C3}"/>
              </a:ext>
            </a:extLst>
          </p:cNvPr>
          <p:cNvSpPr>
            <a:spLocks noGrp="1"/>
          </p:cNvSpPr>
          <p:nvPr>
            <p:ph idx="1"/>
          </p:nvPr>
        </p:nvSpPr>
        <p:spPr>
          <a:xfrm>
            <a:off x="381000" y="1590677"/>
            <a:ext cx="6429375" cy="3890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A05A067F-883A-C046-BC1B-3B49F8254542}"/>
              </a:ext>
            </a:extLst>
          </p:cNvPr>
          <p:cNvSpPr>
            <a:spLocks noGrp="1"/>
          </p:cNvSpPr>
          <p:nvPr>
            <p:ph type="body" sz="half" idx="2"/>
          </p:nvPr>
        </p:nvSpPr>
        <p:spPr>
          <a:xfrm>
            <a:off x="7524749" y="1590676"/>
            <a:ext cx="3575051" cy="3890962"/>
          </a:xfrm>
          <a:prstGeom prst="callout1">
            <a:avLst>
              <a:gd name="adj1" fmla="val -119"/>
              <a:gd name="adj2" fmla="val 20"/>
              <a:gd name="adj3" fmla="val 100006"/>
              <a:gd name="adj4" fmla="val 40"/>
            </a:avLst>
          </a:prstGeom>
          <a:ln w="6350">
            <a:solidFill>
              <a:schemeClr val="tx1"/>
            </a:solidFill>
          </a:ln>
        </p:spPr>
        <p:txBody>
          <a:bodyPr lIns="274320"/>
          <a:lstStyle/>
          <a:p>
            <a:pPr lvl="0"/>
            <a:r>
              <a:rPr lang="en-US"/>
              <a:t>Click to edit Master text styles</a:t>
            </a:r>
          </a:p>
        </p:txBody>
      </p:sp>
      <p:sp>
        <p:nvSpPr>
          <p:cNvPr id="5" name="Date Placeholder 4">
            <a:extLst>
              <a:ext uri="{FF2B5EF4-FFF2-40B4-BE49-F238E27FC236}">
                <a16:creationId xmlns:a16="http://schemas.microsoft.com/office/drawing/2014/main" id="{123EEE29-54A2-814D-A756-8384FB4B8EFB}"/>
              </a:ext>
            </a:extLst>
          </p:cNvPr>
          <p:cNvSpPr>
            <a:spLocks noGrp="1"/>
          </p:cNvSpPr>
          <p:nvPr>
            <p:ph type="dt" sz="half" idx="10"/>
          </p:nvPr>
        </p:nvSpPr>
        <p:spPr/>
        <p:txBody>
          <a:bodyPr/>
          <a:lstStyle/>
          <a:p>
            <a:fld id="{FE5C7A09-734E-7548-9E41-43E7C156F7D0}" type="datetime1">
              <a:rPr lang="en-CA" smtClean="0"/>
              <a:t>2026-09-15</a:t>
            </a:fld>
            <a:endParaRPr lang="en-CA"/>
          </a:p>
        </p:txBody>
      </p:sp>
      <p:sp>
        <p:nvSpPr>
          <p:cNvPr id="6" name="Footer Placeholder 5">
            <a:extLst>
              <a:ext uri="{FF2B5EF4-FFF2-40B4-BE49-F238E27FC236}">
                <a16:creationId xmlns:a16="http://schemas.microsoft.com/office/drawing/2014/main" id="{1838F5F0-4FE4-684E-B042-43D23008355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4D232F3-870A-4149-BCCC-EFCAEC69A4CF}"/>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41359003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ubhead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5480-BB79-4D45-9ABA-5884D15AE8B4}"/>
              </a:ext>
            </a:extLst>
          </p:cNvPr>
          <p:cNvSpPr>
            <a:spLocks noGrp="1"/>
          </p:cNvSpPr>
          <p:nvPr>
            <p:ph type="title"/>
          </p:nvPr>
        </p:nvSpPr>
        <p:spPr/>
        <p:txBody>
          <a:bodyPr/>
          <a:lstStyle/>
          <a:p>
            <a:r>
              <a:rPr lang="en-US"/>
              <a:t>Click to edit Master title style</a:t>
            </a:r>
            <a:endParaRPr lang="en-CA"/>
          </a:p>
        </p:txBody>
      </p:sp>
      <p:sp>
        <p:nvSpPr>
          <p:cNvPr id="13" name="Text Placeholder 5">
            <a:extLst>
              <a:ext uri="{FF2B5EF4-FFF2-40B4-BE49-F238E27FC236}">
                <a16:creationId xmlns:a16="http://schemas.microsoft.com/office/drawing/2014/main" id="{2F561D16-DC5D-0F47-897D-2EA7DB066575}"/>
              </a:ext>
            </a:extLst>
          </p:cNvPr>
          <p:cNvSpPr>
            <a:spLocks noGrp="1"/>
          </p:cNvSpPr>
          <p:nvPr>
            <p:ph type="body" sz="quarter" idx="14"/>
          </p:nvPr>
        </p:nvSpPr>
        <p:spPr>
          <a:xfrm>
            <a:off x="381000" y="1592263"/>
            <a:ext cx="6429375"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idx="1"/>
          </p:nvPr>
        </p:nvSpPr>
        <p:spPr>
          <a:xfrm>
            <a:off x="381000" y="2145967"/>
            <a:ext cx="6429375" cy="3335671"/>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5" name="Text Placeholder 3">
            <a:extLst>
              <a:ext uri="{FF2B5EF4-FFF2-40B4-BE49-F238E27FC236}">
                <a16:creationId xmlns:a16="http://schemas.microsoft.com/office/drawing/2014/main" id="{E5FAD569-1D0F-9C4F-8E56-DA522C636DE6}"/>
              </a:ext>
            </a:extLst>
          </p:cNvPr>
          <p:cNvSpPr>
            <a:spLocks noGrp="1"/>
          </p:cNvSpPr>
          <p:nvPr>
            <p:ph type="body" sz="half" idx="2"/>
          </p:nvPr>
        </p:nvSpPr>
        <p:spPr>
          <a:xfrm>
            <a:off x="7524749" y="1590676"/>
            <a:ext cx="3575051" cy="3890962"/>
          </a:xfrm>
          <a:prstGeom prst="callout1">
            <a:avLst>
              <a:gd name="adj1" fmla="val -119"/>
              <a:gd name="adj2" fmla="val 20"/>
              <a:gd name="adj3" fmla="val 100006"/>
              <a:gd name="adj4" fmla="val 40"/>
            </a:avLst>
          </a:prstGeom>
          <a:ln w="6350">
            <a:solidFill>
              <a:schemeClr val="tx1"/>
            </a:solidFill>
          </a:ln>
        </p:spPr>
        <p:txBody>
          <a:bodyPr lIns="274320"/>
          <a:lstStyle/>
          <a:p>
            <a:pPr lvl="0"/>
            <a:r>
              <a:rPr lang="en-US"/>
              <a:t>Click to edit Master text styles</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7B651A37-8D00-4546-912A-52A4AD472847}"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256720735"/>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E22BCF4-A886-7149-8A95-F83F2BCA90D0}"/>
              </a:ext>
            </a:extLst>
          </p:cNvPr>
          <p:cNvSpPr>
            <a:spLocks noGrp="1"/>
          </p:cNvSpPr>
          <p:nvPr>
            <p:ph type="title"/>
          </p:nvPr>
        </p:nvSpPr>
        <p:spPr/>
        <p:txBody>
          <a:bodyPr/>
          <a:lstStyle/>
          <a:p>
            <a:r>
              <a:rPr lang="en-US"/>
              <a:t>Click to edit Master title style</a:t>
            </a:r>
            <a:endParaRPr lang="en-CA"/>
          </a:p>
        </p:txBody>
      </p:sp>
      <p:sp>
        <p:nvSpPr>
          <p:cNvPr id="3" name="Picture Placeholder 2">
            <a:extLst>
              <a:ext uri="{FF2B5EF4-FFF2-40B4-BE49-F238E27FC236}">
                <a16:creationId xmlns:a16="http://schemas.microsoft.com/office/drawing/2014/main" id="{18B84A97-9701-BF46-9397-077781D9F06A}"/>
              </a:ext>
            </a:extLst>
          </p:cNvPr>
          <p:cNvSpPr>
            <a:spLocks noGrp="1"/>
          </p:cNvSpPr>
          <p:nvPr>
            <p:ph type="pic" idx="1"/>
          </p:nvPr>
        </p:nvSpPr>
        <p:spPr>
          <a:xfrm>
            <a:off x="381000" y="1592263"/>
            <a:ext cx="7143750" cy="4902200"/>
          </a:xfrm>
        </p:spPr>
        <p:txBody>
          <a:bodyPr/>
          <a:lstStyle>
            <a:lvl1pPr marL="0" indent="0">
              <a:buNone/>
              <a:defRPr lang="en-US"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4" name="Text Placeholder 3">
            <a:extLst>
              <a:ext uri="{FF2B5EF4-FFF2-40B4-BE49-F238E27FC236}">
                <a16:creationId xmlns:a16="http://schemas.microsoft.com/office/drawing/2014/main" id="{11ABC8E8-47B4-8141-80D4-1FAEE45B3777}"/>
              </a:ext>
            </a:extLst>
          </p:cNvPr>
          <p:cNvSpPr>
            <a:spLocks noGrp="1"/>
          </p:cNvSpPr>
          <p:nvPr>
            <p:ph type="body" sz="half" idx="2"/>
          </p:nvPr>
        </p:nvSpPr>
        <p:spPr>
          <a:xfrm>
            <a:off x="8239124" y="1592264"/>
            <a:ext cx="3571875"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5896E69F-3691-4845-9EA4-140698CF6642}"/>
              </a:ext>
            </a:extLst>
          </p:cNvPr>
          <p:cNvSpPr>
            <a:spLocks noGrp="1"/>
          </p:cNvSpPr>
          <p:nvPr>
            <p:ph type="dt" sz="half" idx="10"/>
          </p:nvPr>
        </p:nvSpPr>
        <p:spPr/>
        <p:txBody>
          <a:bodyPr/>
          <a:lstStyle/>
          <a:p>
            <a:fld id="{7301246A-41FF-3048-A43A-897A3529BA94}" type="datetime1">
              <a:rPr lang="en-CA" smtClean="0"/>
              <a:t>2026-09-15</a:t>
            </a:fld>
            <a:endParaRPr lang="en-CA"/>
          </a:p>
        </p:txBody>
      </p:sp>
      <p:sp>
        <p:nvSpPr>
          <p:cNvPr id="6" name="Footer Placeholder 5">
            <a:extLst>
              <a:ext uri="{FF2B5EF4-FFF2-40B4-BE49-F238E27FC236}">
                <a16:creationId xmlns:a16="http://schemas.microsoft.com/office/drawing/2014/main" id="{EF6407C2-4B87-F549-A795-7749607A50E1}"/>
              </a:ext>
            </a:extLst>
          </p:cNvPr>
          <p:cNvSpPr>
            <a:spLocks noGrp="1"/>
          </p:cNvSpPr>
          <p:nvPr>
            <p:ph type="ftr" sz="quarter" idx="11"/>
          </p:nvPr>
        </p:nvSpPr>
        <p:spPr>
          <a:xfrm>
            <a:off x="8239125" y="6229815"/>
            <a:ext cx="2860675" cy="260079"/>
          </a:xfrm>
        </p:spPr>
        <p:txBody>
          <a:bodyPr/>
          <a:lstStyle/>
          <a:p>
            <a:endParaRPr lang="en-CA"/>
          </a:p>
        </p:txBody>
      </p:sp>
      <p:sp>
        <p:nvSpPr>
          <p:cNvPr id="7" name="Slide Number Placeholder 6">
            <a:extLst>
              <a:ext uri="{FF2B5EF4-FFF2-40B4-BE49-F238E27FC236}">
                <a16:creationId xmlns:a16="http://schemas.microsoft.com/office/drawing/2014/main" id="{74B14144-75CA-5142-928C-A777A4A79B2E}"/>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61609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Picture, Subhead with Capti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BC1474-D3C0-7B47-A967-132913843826}"/>
              </a:ext>
            </a:extLst>
          </p:cNvPr>
          <p:cNvSpPr>
            <a:spLocks noGrp="1"/>
          </p:cNvSpPr>
          <p:nvPr>
            <p:ph type="title"/>
          </p:nvPr>
        </p:nvSpPr>
        <p:spPr/>
        <p:txBody>
          <a:bodyPr/>
          <a:lstStyle/>
          <a:p>
            <a:r>
              <a:rPr lang="en-US"/>
              <a:t>Click to edit Master title style</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381000" y="1592264"/>
            <a:ext cx="7143749" cy="4902199"/>
          </a:xfrm>
        </p:spPr>
        <p:txBody>
          <a:bodyPr/>
          <a:lstStyle>
            <a:lvl1pPr marL="0" indent="0">
              <a:buNone/>
              <a:defRPr/>
            </a:lvl1pPr>
          </a:lstStyle>
          <a:p>
            <a:r>
              <a:rPr lang="en-US"/>
              <a:t>Click icon to add picture</a:t>
            </a:r>
            <a:endParaRPr lang="en-CA"/>
          </a:p>
        </p:txBody>
      </p:sp>
      <p:sp>
        <p:nvSpPr>
          <p:cNvPr id="14" name="Text Placeholder 5">
            <a:extLst>
              <a:ext uri="{FF2B5EF4-FFF2-40B4-BE49-F238E27FC236}">
                <a16:creationId xmlns:a16="http://schemas.microsoft.com/office/drawing/2014/main" id="{7696FF8B-5ED8-614E-9B8E-C740ED671E12}"/>
              </a:ext>
            </a:extLst>
          </p:cNvPr>
          <p:cNvSpPr>
            <a:spLocks noGrp="1"/>
          </p:cNvSpPr>
          <p:nvPr>
            <p:ph type="body" sz="quarter" idx="20"/>
          </p:nvPr>
        </p:nvSpPr>
        <p:spPr>
          <a:xfrm>
            <a:off x="8239124" y="1592264"/>
            <a:ext cx="3571875"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16" name="Content Placeholder 2">
            <a:extLst>
              <a:ext uri="{FF2B5EF4-FFF2-40B4-BE49-F238E27FC236}">
                <a16:creationId xmlns:a16="http://schemas.microsoft.com/office/drawing/2014/main" id="{2E074D5D-99DE-1042-944C-B3DACE16CD35}"/>
              </a:ext>
            </a:extLst>
          </p:cNvPr>
          <p:cNvSpPr>
            <a:spLocks noGrp="1"/>
          </p:cNvSpPr>
          <p:nvPr>
            <p:ph idx="21"/>
          </p:nvPr>
        </p:nvSpPr>
        <p:spPr>
          <a:xfrm>
            <a:off x="8239125" y="2145967"/>
            <a:ext cx="3571874" cy="3623007"/>
          </a:xfrm>
        </p:spPr>
        <p:txBody>
          <a:bodyPr/>
          <a:lstStyle>
            <a:lvl1pPr>
              <a:spcBef>
                <a:spcPts val="1600"/>
              </a:spcBef>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6A5D723A-74E6-6940-8C9C-B9D251B09B25}"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a:xfrm>
            <a:off x="8239125" y="6229815"/>
            <a:ext cx="2860675" cy="260079"/>
          </a:xfrm>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6028133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Gr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CA914-084A-8E4E-9FDD-CFBF6871EFA5}"/>
              </a:ext>
            </a:extLst>
          </p:cNvPr>
          <p:cNvSpPr>
            <a:spLocks noGrp="1"/>
          </p:cNvSpPr>
          <p:nvPr>
            <p:ph type="title"/>
          </p:nvPr>
        </p:nvSpPr>
        <p:spPr>
          <a:xfrm>
            <a:off x="381000" y="441325"/>
            <a:ext cx="4991100" cy="989849"/>
          </a:xfrm>
        </p:spPr>
        <p:txBody>
          <a:bodyPr/>
          <a:lstStyle/>
          <a:p>
            <a:r>
              <a:rPr lang="en-US"/>
              <a:t>Click to edit Master title style</a:t>
            </a:r>
            <a:endParaRPr lang="en-CA"/>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idx="1"/>
          </p:nvPr>
        </p:nvSpPr>
        <p:spPr>
          <a:xfrm>
            <a:off x="381001" y="1592263"/>
            <a:ext cx="4991100" cy="3889375"/>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5" name="Picture Placeholder 3">
            <a:extLst>
              <a:ext uri="{FF2B5EF4-FFF2-40B4-BE49-F238E27FC236}">
                <a16:creationId xmlns:a16="http://schemas.microsoft.com/office/drawing/2014/main" id="{F2695DE6-5A94-2B41-9B55-572CAB86C5A9}"/>
              </a:ext>
            </a:extLst>
          </p:cNvPr>
          <p:cNvSpPr>
            <a:spLocks noGrp="1"/>
          </p:cNvSpPr>
          <p:nvPr>
            <p:ph type="pic" sz="quarter" idx="17"/>
          </p:nvPr>
        </p:nvSpPr>
        <p:spPr>
          <a:xfrm>
            <a:off x="6096000" y="1016000"/>
            <a:ext cx="2513301" cy="3235924"/>
          </a:xfrm>
        </p:spPr>
        <p:txBody>
          <a:bodyPr/>
          <a:lstStyle>
            <a:lvl1pPr marL="0" indent="0">
              <a:buNone/>
              <a:defRPr/>
            </a:lvl1pPr>
          </a:lstStyle>
          <a:p>
            <a:r>
              <a:rPr lang="en-US"/>
              <a:t>Click icon to add picture</a:t>
            </a:r>
            <a:endParaRPr lang="en-CA"/>
          </a:p>
        </p:txBody>
      </p:sp>
      <p:sp>
        <p:nvSpPr>
          <p:cNvPr id="23" name="Picture Placeholder 3">
            <a:extLst>
              <a:ext uri="{FF2B5EF4-FFF2-40B4-BE49-F238E27FC236}">
                <a16:creationId xmlns:a16="http://schemas.microsoft.com/office/drawing/2014/main" id="{FF97E328-EA13-954D-A11E-8C81AC659568}"/>
              </a:ext>
            </a:extLst>
          </p:cNvPr>
          <p:cNvSpPr>
            <a:spLocks noGrp="1"/>
          </p:cNvSpPr>
          <p:nvPr>
            <p:ph type="pic" sz="quarter" idx="15"/>
          </p:nvPr>
        </p:nvSpPr>
        <p:spPr>
          <a:xfrm>
            <a:off x="6096000" y="4379314"/>
            <a:ext cx="2513301" cy="2478686"/>
          </a:xfrm>
        </p:spPr>
        <p:txBody>
          <a:bodyPr/>
          <a:lstStyle>
            <a:lvl1pPr marL="0" indent="0">
              <a:buNone/>
              <a:defRPr/>
            </a:lvl1pPr>
          </a:lstStyle>
          <a:p>
            <a:r>
              <a:rPr lang="en-US"/>
              <a:t>Click icon to add picture</a:t>
            </a:r>
            <a:endParaRPr lang="en-CA"/>
          </a:p>
        </p:txBody>
      </p:sp>
      <p:sp>
        <p:nvSpPr>
          <p:cNvPr id="27" name="Picture Placeholder 3">
            <a:extLst>
              <a:ext uri="{FF2B5EF4-FFF2-40B4-BE49-F238E27FC236}">
                <a16:creationId xmlns:a16="http://schemas.microsoft.com/office/drawing/2014/main" id="{22E6D772-67AA-AC40-A011-D33DB85447D5}"/>
              </a:ext>
            </a:extLst>
          </p:cNvPr>
          <p:cNvSpPr>
            <a:spLocks noGrp="1"/>
          </p:cNvSpPr>
          <p:nvPr>
            <p:ph type="pic" sz="quarter" idx="19"/>
          </p:nvPr>
        </p:nvSpPr>
        <p:spPr>
          <a:xfrm>
            <a:off x="8730961" y="0"/>
            <a:ext cx="2513301" cy="2478686"/>
          </a:xfrm>
        </p:spPr>
        <p:txBody>
          <a:bodyPr/>
          <a:lstStyle>
            <a:lvl1pPr marL="0" indent="0">
              <a:buNone/>
              <a:defRPr/>
            </a:lvl1pPr>
          </a:lstStyle>
          <a:p>
            <a:r>
              <a:rPr lang="en-US"/>
              <a:t>Click icon to add picture</a:t>
            </a:r>
            <a:endParaRPr lang="en-CA"/>
          </a:p>
        </p:txBody>
      </p:sp>
      <p:sp>
        <p:nvSpPr>
          <p:cNvPr id="29" name="Picture Placeholder 3">
            <a:extLst>
              <a:ext uri="{FF2B5EF4-FFF2-40B4-BE49-F238E27FC236}">
                <a16:creationId xmlns:a16="http://schemas.microsoft.com/office/drawing/2014/main" id="{07CBE58E-5A59-284E-9361-A93A7A2255B9}"/>
              </a:ext>
            </a:extLst>
          </p:cNvPr>
          <p:cNvSpPr>
            <a:spLocks noGrp="1"/>
          </p:cNvSpPr>
          <p:nvPr>
            <p:ph type="pic" sz="quarter" idx="20"/>
          </p:nvPr>
        </p:nvSpPr>
        <p:spPr>
          <a:xfrm>
            <a:off x="8730960" y="2603500"/>
            <a:ext cx="2513301" cy="3235924"/>
          </a:xfrm>
        </p:spPr>
        <p:txBody>
          <a:bodyPr/>
          <a:lstStyle>
            <a:lvl1pPr marL="0" indent="0">
              <a:buNone/>
              <a:defRPr/>
            </a:lvl1pPr>
          </a:lstStyle>
          <a:p>
            <a:r>
              <a:rPr lang="en-US"/>
              <a:t>Click icon to add picture</a:t>
            </a:r>
            <a:endParaRPr lang="en-CA"/>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30531CFD-87A8-494D-8139-BA875FE90534}"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a:xfrm>
            <a:off x="8730960" y="6229815"/>
            <a:ext cx="2368840" cy="260079"/>
          </a:xfrm>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748563692"/>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ubhead with Picture Gr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60969-918A-7A4D-88D1-1D843926707E}"/>
              </a:ext>
            </a:extLst>
          </p:cNvPr>
          <p:cNvSpPr>
            <a:spLocks noGrp="1"/>
          </p:cNvSpPr>
          <p:nvPr>
            <p:ph type="title"/>
          </p:nvPr>
        </p:nvSpPr>
        <p:spPr>
          <a:xfrm>
            <a:off x="381000" y="441325"/>
            <a:ext cx="5003090" cy="989849"/>
          </a:xfrm>
        </p:spPr>
        <p:txBody>
          <a:bodyPr/>
          <a:lstStyle/>
          <a:p>
            <a:r>
              <a:rPr lang="en-US"/>
              <a:t>Click to edit Master title style</a:t>
            </a:r>
            <a:endParaRPr lang="en-CA"/>
          </a:p>
        </p:txBody>
      </p:sp>
      <p:sp>
        <p:nvSpPr>
          <p:cNvPr id="14" name="Text Placeholder 5">
            <a:extLst>
              <a:ext uri="{FF2B5EF4-FFF2-40B4-BE49-F238E27FC236}">
                <a16:creationId xmlns:a16="http://schemas.microsoft.com/office/drawing/2014/main" id="{0FA76A3C-4532-3C44-B71D-5A5FD02F8E10}"/>
              </a:ext>
            </a:extLst>
          </p:cNvPr>
          <p:cNvSpPr>
            <a:spLocks noGrp="1"/>
          </p:cNvSpPr>
          <p:nvPr>
            <p:ph type="body" sz="quarter" idx="14"/>
          </p:nvPr>
        </p:nvSpPr>
        <p:spPr>
          <a:xfrm>
            <a:off x="381000" y="1592263"/>
            <a:ext cx="5003091" cy="377144"/>
          </a:xfrm>
        </p:spPr>
        <p:txBody>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13" name="Content Placeholder 2">
            <a:extLst>
              <a:ext uri="{FF2B5EF4-FFF2-40B4-BE49-F238E27FC236}">
                <a16:creationId xmlns:a16="http://schemas.microsoft.com/office/drawing/2014/main" id="{365EC8CE-CED9-A644-83C1-E00A54AC4865}"/>
              </a:ext>
            </a:extLst>
          </p:cNvPr>
          <p:cNvSpPr>
            <a:spLocks noGrp="1"/>
          </p:cNvSpPr>
          <p:nvPr>
            <p:ph idx="1"/>
          </p:nvPr>
        </p:nvSpPr>
        <p:spPr>
          <a:xfrm>
            <a:off x="381001" y="2145967"/>
            <a:ext cx="5003090" cy="3335671"/>
          </a:xfrm>
        </p:spPr>
        <p:txBody>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5" name="Picture Placeholder 3">
            <a:extLst>
              <a:ext uri="{FF2B5EF4-FFF2-40B4-BE49-F238E27FC236}">
                <a16:creationId xmlns:a16="http://schemas.microsoft.com/office/drawing/2014/main" id="{F2695DE6-5A94-2B41-9B55-572CAB86C5A9}"/>
              </a:ext>
            </a:extLst>
          </p:cNvPr>
          <p:cNvSpPr>
            <a:spLocks noGrp="1"/>
          </p:cNvSpPr>
          <p:nvPr>
            <p:ph type="pic" sz="quarter" idx="17"/>
          </p:nvPr>
        </p:nvSpPr>
        <p:spPr>
          <a:xfrm>
            <a:off x="6096000" y="1016000"/>
            <a:ext cx="2513301" cy="3235924"/>
          </a:xfrm>
        </p:spPr>
        <p:txBody>
          <a:bodyPr/>
          <a:lstStyle>
            <a:lvl1pPr marL="0" indent="0">
              <a:buNone/>
              <a:defRPr/>
            </a:lvl1pPr>
          </a:lstStyle>
          <a:p>
            <a:r>
              <a:rPr lang="en-US"/>
              <a:t>Click icon to add picture</a:t>
            </a:r>
            <a:endParaRPr lang="en-CA"/>
          </a:p>
        </p:txBody>
      </p:sp>
      <p:sp>
        <p:nvSpPr>
          <p:cNvPr id="23" name="Picture Placeholder 3">
            <a:extLst>
              <a:ext uri="{FF2B5EF4-FFF2-40B4-BE49-F238E27FC236}">
                <a16:creationId xmlns:a16="http://schemas.microsoft.com/office/drawing/2014/main" id="{FF97E328-EA13-954D-A11E-8C81AC659568}"/>
              </a:ext>
            </a:extLst>
          </p:cNvPr>
          <p:cNvSpPr>
            <a:spLocks noGrp="1"/>
          </p:cNvSpPr>
          <p:nvPr>
            <p:ph type="pic" sz="quarter" idx="15"/>
          </p:nvPr>
        </p:nvSpPr>
        <p:spPr>
          <a:xfrm>
            <a:off x="6096000" y="4379314"/>
            <a:ext cx="2513301" cy="2478686"/>
          </a:xfrm>
        </p:spPr>
        <p:txBody>
          <a:bodyPr/>
          <a:lstStyle>
            <a:lvl1pPr marL="0" indent="0">
              <a:buNone/>
              <a:defRPr/>
            </a:lvl1pPr>
          </a:lstStyle>
          <a:p>
            <a:r>
              <a:rPr lang="en-US"/>
              <a:t>Click icon to add picture</a:t>
            </a:r>
            <a:endParaRPr lang="en-CA"/>
          </a:p>
        </p:txBody>
      </p:sp>
      <p:sp>
        <p:nvSpPr>
          <p:cNvPr id="27" name="Picture Placeholder 3">
            <a:extLst>
              <a:ext uri="{FF2B5EF4-FFF2-40B4-BE49-F238E27FC236}">
                <a16:creationId xmlns:a16="http://schemas.microsoft.com/office/drawing/2014/main" id="{22E6D772-67AA-AC40-A011-D33DB85447D5}"/>
              </a:ext>
            </a:extLst>
          </p:cNvPr>
          <p:cNvSpPr>
            <a:spLocks noGrp="1"/>
          </p:cNvSpPr>
          <p:nvPr>
            <p:ph type="pic" sz="quarter" idx="19"/>
          </p:nvPr>
        </p:nvSpPr>
        <p:spPr>
          <a:xfrm>
            <a:off x="8730961" y="0"/>
            <a:ext cx="2513301" cy="2478686"/>
          </a:xfrm>
        </p:spPr>
        <p:txBody>
          <a:bodyPr/>
          <a:lstStyle>
            <a:lvl1pPr marL="0" indent="0">
              <a:buNone/>
              <a:defRPr/>
            </a:lvl1pPr>
          </a:lstStyle>
          <a:p>
            <a:r>
              <a:rPr lang="en-US"/>
              <a:t>Click icon to add picture</a:t>
            </a:r>
            <a:endParaRPr lang="en-CA"/>
          </a:p>
        </p:txBody>
      </p:sp>
      <p:sp>
        <p:nvSpPr>
          <p:cNvPr id="29" name="Picture Placeholder 3">
            <a:extLst>
              <a:ext uri="{FF2B5EF4-FFF2-40B4-BE49-F238E27FC236}">
                <a16:creationId xmlns:a16="http://schemas.microsoft.com/office/drawing/2014/main" id="{07CBE58E-5A59-284E-9361-A93A7A2255B9}"/>
              </a:ext>
            </a:extLst>
          </p:cNvPr>
          <p:cNvSpPr>
            <a:spLocks noGrp="1"/>
          </p:cNvSpPr>
          <p:nvPr>
            <p:ph type="pic" sz="quarter" idx="20"/>
          </p:nvPr>
        </p:nvSpPr>
        <p:spPr>
          <a:xfrm>
            <a:off x="8730960" y="2603500"/>
            <a:ext cx="2513301" cy="3235924"/>
          </a:xfrm>
        </p:spPr>
        <p:txBody>
          <a:bodyPr/>
          <a:lstStyle>
            <a:lvl1pPr marL="0" indent="0">
              <a:buNone/>
              <a:defRPr/>
            </a:lvl1pPr>
          </a:lstStyle>
          <a:p>
            <a:r>
              <a:rPr lang="en-US"/>
              <a:t>Click icon to add picture</a:t>
            </a:r>
            <a:endParaRPr lang="en-CA"/>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82A55C61-564F-404F-B399-6A9C4F0C99FE}"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003389565"/>
      </p:ext>
    </p:extLst>
  </p:cSld>
  <p:clrMapOvr>
    <a:masterClrMapping/>
  </p:clrMapOvr>
  <p:extLst>
    <p:ext uri="{DCECCB84-F9BA-43D5-87BE-67443E8EF086}">
      <p15:sldGuideLst xmlns:p15="http://schemas.microsoft.com/office/powerpoint/2012/main">
        <p15:guide id="3"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s with Descriptions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0C5B92-FBA1-3647-B9A6-241C3E710F43}"/>
              </a:ext>
            </a:extLst>
          </p:cNvPr>
          <p:cNvSpPr>
            <a:spLocks noGrp="1"/>
          </p:cNvSpPr>
          <p:nvPr>
            <p:ph type="title"/>
          </p:nvPr>
        </p:nvSpPr>
        <p:spPr/>
        <p:txBody>
          <a:bodyPr>
            <a:noAutofit/>
          </a:bodyPr>
          <a:lstStyle/>
          <a:p>
            <a:r>
              <a:rPr lang="en-US"/>
              <a:t>Click to edit Master title style</a:t>
            </a:r>
            <a:endParaRPr lang="en-CA"/>
          </a:p>
        </p:txBody>
      </p:sp>
      <p:sp>
        <p:nvSpPr>
          <p:cNvPr id="21" name="Picture Placeholder 2">
            <a:extLst>
              <a:ext uri="{FF2B5EF4-FFF2-40B4-BE49-F238E27FC236}">
                <a16:creationId xmlns:a16="http://schemas.microsoft.com/office/drawing/2014/main" id="{2A72B1B5-E2B6-B04E-8156-F1A5BE8B772B}"/>
              </a:ext>
            </a:extLst>
          </p:cNvPr>
          <p:cNvSpPr>
            <a:spLocks noGrp="1" noChangeAspect="1"/>
          </p:cNvSpPr>
          <p:nvPr>
            <p:ph type="pic" sz="quarter" idx="13"/>
          </p:nvPr>
        </p:nvSpPr>
        <p:spPr>
          <a:xfrm>
            <a:off x="422226"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29" name="Text Placeholder 2">
            <a:extLst>
              <a:ext uri="{FF2B5EF4-FFF2-40B4-BE49-F238E27FC236}">
                <a16:creationId xmlns:a16="http://schemas.microsoft.com/office/drawing/2014/main" id="{74E7F2DE-2C36-FF49-B781-64ED3F5331C1}"/>
              </a:ext>
            </a:extLst>
          </p:cNvPr>
          <p:cNvSpPr>
            <a:spLocks noGrp="1"/>
          </p:cNvSpPr>
          <p:nvPr>
            <p:ph type="body" sz="quarter" idx="17"/>
          </p:nvPr>
        </p:nvSpPr>
        <p:spPr>
          <a:xfrm>
            <a:off x="1814500" y="1592263"/>
            <a:ext cx="3568714" cy="3889376"/>
          </a:xfrm>
        </p:spPr>
        <p:txBody>
          <a:bodyPr>
            <a:noAutofit/>
          </a:bodyPr>
          <a:lstStyle>
            <a:lvl1pPr>
              <a:defRPr sz="1400"/>
            </a:lvl1pPr>
          </a:lstStyle>
          <a:p>
            <a:pPr lvl="0"/>
            <a:r>
              <a:rPr lang="en-US"/>
              <a:t>Click to edit Master text styles</a:t>
            </a:r>
          </a:p>
        </p:txBody>
      </p:sp>
      <p:cxnSp>
        <p:nvCxnSpPr>
          <p:cNvPr id="12" name="Straight Connector 11">
            <a:extLst>
              <a:ext uri="{FF2B5EF4-FFF2-40B4-BE49-F238E27FC236}">
                <a16:creationId xmlns:a16="http://schemas.microsoft.com/office/drawing/2014/main" id="{368607F3-C9B1-4040-8573-461C27317DCD}"/>
              </a:ext>
              <a:ext uri="{C183D7F6-B498-43B3-948B-1728B52AA6E4}">
                <adec:decorative xmlns:adec="http://schemas.microsoft.com/office/drawing/2017/decorative" val="1"/>
              </a:ext>
            </a:extLst>
          </p:cNvPr>
          <p:cNvCxnSpPr>
            <a:cxnSpLocks/>
          </p:cNvCxnSpPr>
          <p:nvPr userDrawn="1"/>
        </p:nvCxnSpPr>
        <p:spPr>
          <a:xfrm>
            <a:off x="6096000" y="1592263"/>
            <a:ext cx="0" cy="38893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Picture Placeholder 2">
            <a:extLst>
              <a:ext uri="{FF2B5EF4-FFF2-40B4-BE49-F238E27FC236}">
                <a16:creationId xmlns:a16="http://schemas.microsoft.com/office/drawing/2014/main" id="{F1EFE7AC-6C50-8A4D-B3B2-950CFD780090}"/>
              </a:ext>
            </a:extLst>
          </p:cNvPr>
          <p:cNvSpPr>
            <a:spLocks noGrp="1" noChangeAspect="1"/>
          </p:cNvSpPr>
          <p:nvPr>
            <p:ph type="pic" sz="quarter" idx="18"/>
          </p:nvPr>
        </p:nvSpPr>
        <p:spPr>
          <a:xfrm>
            <a:off x="6428005"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32" name="Text Placeholder 2">
            <a:extLst>
              <a:ext uri="{FF2B5EF4-FFF2-40B4-BE49-F238E27FC236}">
                <a16:creationId xmlns:a16="http://schemas.microsoft.com/office/drawing/2014/main" id="{DA1B9E1F-8070-8D48-B0BC-EA29EBA10AC1}"/>
              </a:ext>
            </a:extLst>
          </p:cNvPr>
          <p:cNvSpPr>
            <a:spLocks noGrp="1"/>
          </p:cNvSpPr>
          <p:nvPr>
            <p:ph type="body" sz="quarter" idx="19"/>
          </p:nvPr>
        </p:nvSpPr>
        <p:spPr>
          <a:xfrm>
            <a:off x="7820279" y="1592263"/>
            <a:ext cx="3568714" cy="3889376"/>
          </a:xfrm>
        </p:spPr>
        <p:txBody>
          <a:bodyPr>
            <a:noAutofit/>
          </a:bodyPr>
          <a:lstStyle>
            <a:lvl1pPr>
              <a:defRPr sz="1400"/>
            </a:lvl1pPr>
          </a:lstStyle>
          <a:p>
            <a:pPr lvl="0"/>
            <a:r>
              <a:rPr lang="en-US"/>
              <a:t>Click to edit Master text styles</a:t>
            </a:r>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21DAE1E5-D274-F74E-B2FC-240B88603360}" type="datetime1">
              <a:rPr lang="en-CA" smtClean="0"/>
              <a:t>2026-09-15</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792388171"/>
      </p:ext>
    </p:extLst>
  </p:cSld>
  <p:clrMapOvr>
    <a:masterClrMapping/>
  </p:clrMapOvr>
  <p:extLst>
    <p:ext uri="{DCECCB84-F9BA-43D5-87BE-67443E8EF086}">
      <p15:sldGuideLst xmlns:p15="http://schemas.microsoft.com/office/powerpoint/2012/main">
        <p15:guide id="1" pos="3636">
          <p15:clr>
            <a:srgbClr val="FBAE40"/>
          </p15:clr>
        </p15:guide>
        <p15:guide id="2" pos="40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with Descriptions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1B6519-0532-7C4B-9FA9-9D0D9DD2FA19}"/>
              </a:ext>
            </a:extLst>
          </p:cNvPr>
          <p:cNvSpPr>
            <a:spLocks noGrp="1"/>
          </p:cNvSpPr>
          <p:nvPr>
            <p:ph type="title"/>
          </p:nvPr>
        </p:nvSpPr>
        <p:spPr/>
        <p:txBody>
          <a:bodyPr/>
          <a:lstStyle/>
          <a:p>
            <a:r>
              <a:rPr lang="en-US"/>
              <a:t>Click to edit Master title style</a:t>
            </a:r>
            <a:endParaRPr lang="en-CA"/>
          </a:p>
        </p:txBody>
      </p:sp>
      <p:sp>
        <p:nvSpPr>
          <p:cNvPr id="12" name="Picture Placeholder 2">
            <a:extLst>
              <a:ext uri="{FF2B5EF4-FFF2-40B4-BE49-F238E27FC236}">
                <a16:creationId xmlns:a16="http://schemas.microsoft.com/office/drawing/2014/main" id="{D6C5A4BB-3493-2242-919E-B698F5468C07}"/>
              </a:ext>
            </a:extLst>
          </p:cNvPr>
          <p:cNvSpPr>
            <a:spLocks noGrp="1" noChangeAspect="1"/>
          </p:cNvSpPr>
          <p:nvPr>
            <p:ph type="pic" sz="quarter" idx="13"/>
          </p:nvPr>
        </p:nvSpPr>
        <p:spPr>
          <a:xfrm>
            <a:off x="893653"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27" name="Content Placeholder 2">
            <a:extLst>
              <a:ext uri="{FF2B5EF4-FFF2-40B4-BE49-F238E27FC236}">
                <a16:creationId xmlns:a16="http://schemas.microsoft.com/office/drawing/2014/main" id="{9F8A2164-E63F-5F43-8F4A-BEE870E94F72}"/>
              </a:ext>
            </a:extLst>
          </p:cNvPr>
          <p:cNvSpPr>
            <a:spLocks noGrp="1"/>
          </p:cNvSpPr>
          <p:nvPr>
            <p:ph type="body" idx="17"/>
          </p:nvPr>
        </p:nvSpPr>
        <p:spPr>
          <a:xfrm>
            <a:off x="893653" y="2921671"/>
            <a:ext cx="2855387" cy="2559967"/>
          </a:xfrm>
        </p:spPr>
        <p:txBody>
          <a:bodyPr/>
          <a:lstStyle>
            <a:lvl1pPr marL="0" indent="0">
              <a:spcBef>
                <a:spcPts val="1600"/>
              </a:spcBef>
              <a:buNone/>
              <a:defRPr sz="1400"/>
            </a:lvl1pPr>
            <a:lvl2pPr>
              <a:defRPr sz="1200"/>
            </a:lvl2pPr>
            <a:lvl3pPr>
              <a:defRPr sz="1200"/>
            </a:lvl3pPr>
            <a:lvl4pPr>
              <a:defRPr sz="1200"/>
            </a:lvl4pPr>
            <a:lvl5pPr>
              <a:defRPr sz="1200"/>
            </a:lvl5pPr>
          </a:lstStyle>
          <a:p>
            <a:pPr lvl="0"/>
            <a:r>
              <a:rPr lang="en-US"/>
              <a:t>Click to edit Master text styles</a:t>
            </a:r>
          </a:p>
        </p:txBody>
      </p:sp>
      <p:cxnSp>
        <p:nvCxnSpPr>
          <p:cNvPr id="13" name="Straight Connector 12">
            <a:extLst>
              <a:ext uri="{FF2B5EF4-FFF2-40B4-BE49-F238E27FC236}">
                <a16:creationId xmlns:a16="http://schemas.microsoft.com/office/drawing/2014/main" id="{71C2FD06-AE26-2C49-BFDD-3DF837CD9E80}"/>
              </a:ext>
              <a:ext uri="{C183D7F6-B498-43B3-948B-1728B52AA6E4}">
                <adec:decorative xmlns:adec="http://schemas.microsoft.com/office/drawing/2017/decorative" val="1"/>
              </a:ext>
            </a:extLst>
          </p:cNvPr>
          <p:cNvCxnSpPr>
            <a:cxnSpLocks/>
          </p:cNvCxnSpPr>
          <p:nvPr userDrawn="1"/>
        </p:nvCxnSpPr>
        <p:spPr>
          <a:xfrm>
            <a:off x="4099380" y="2996317"/>
            <a:ext cx="0" cy="24853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Picture Placeholder 2">
            <a:extLst>
              <a:ext uri="{FF2B5EF4-FFF2-40B4-BE49-F238E27FC236}">
                <a16:creationId xmlns:a16="http://schemas.microsoft.com/office/drawing/2014/main" id="{B3626523-D401-574F-ABBC-A53AB583C5B3}"/>
              </a:ext>
            </a:extLst>
          </p:cNvPr>
          <p:cNvSpPr>
            <a:spLocks noGrp="1" noChangeAspect="1"/>
          </p:cNvSpPr>
          <p:nvPr>
            <p:ph type="pic" sz="quarter" idx="23"/>
          </p:nvPr>
        </p:nvSpPr>
        <p:spPr>
          <a:xfrm>
            <a:off x="4434620"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15" name="Content Placeholder 2">
            <a:extLst>
              <a:ext uri="{FF2B5EF4-FFF2-40B4-BE49-F238E27FC236}">
                <a16:creationId xmlns:a16="http://schemas.microsoft.com/office/drawing/2014/main" id="{5C6784AB-34D5-1149-80A6-0894445D8A44}"/>
              </a:ext>
            </a:extLst>
          </p:cNvPr>
          <p:cNvSpPr>
            <a:spLocks noGrp="1"/>
          </p:cNvSpPr>
          <p:nvPr>
            <p:ph type="body" idx="22"/>
          </p:nvPr>
        </p:nvSpPr>
        <p:spPr>
          <a:xfrm>
            <a:off x="4440238" y="2921671"/>
            <a:ext cx="2849769" cy="2847304"/>
          </a:xfrm>
        </p:spPr>
        <p:txBody>
          <a:bodyPr/>
          <a:lstStyle>
            <a:lvl1pPr marL="0" indent="0">
              <a:spcBef>
                <a:spcPts val="1600"/>
              </a:spcBef>
              <a:buNone/>
              <a:defRPr sz="1400"/>
            </a:lvl1pPr>
            <a:lvl2pPr>
              <a:defRPr sz="1200"/>
            </a:lvl2pPr>
            <a:lvl3pPr>
              <a:defRPr sz="1200"/>
            </a:lvl3pPr>
            <a:lvl4pPr>
              <a:defRPr sz="1200"/>
            </a:lvl4pPr>
            <a:lvl5pPr>
              <a:defRPr sz="1200"/>
            </a:lvl5pPr>
          </a:lstStyle>
          <a:p>
            <a:pPr lvl="0"/>
            <a:r>
              <a:rPr lang="en-US"/>
              <a:t>Click to edit Master text styles</a:t>
            </a:r>
          </a:p>
        </p:txBody>
      </p:sp>
      <p:cxnSp>
        <p:nvCxnSpPr>
          <p:cNvPr id="14" name="Straight Connector 13">
            <a:extLst>
              <a:ext uri="{FF2B5EF4-FFF2-40B4-BE49-F238E27FC236}">
                <a16:creationId xmlns:a16="http://schemas.microsoft.com/office/drawing/2014/main" id="{DE25E761-B6DF-E645-8C12-5A6334505C57}"/>
              </a:ext>
              <a:ext uri="{C183D7F6-B498-43B3-948B-1728B52AA6E4}">
                <adec:decorative xmlns:adec="http://schemas.microsoft.com/office/drawing/2017/decorative" val="1"/>
              </a:ext>
            </a:extLst>
          </p:cNvPr>
          <p:cNvCxnSpPr>
            <a:cxnSpLocks/>
          </p:cNvCxnSpPr>
          <p:nvPr userDrawn="1"/>
        </p:nvCxnSpPr>
        <p:spPr>
          <a:xfrm>
            <a:off x="7633533" y="2996317"/>
            <a:ext cx="0" cy="24853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Picture Placeholder 2">
            <a:extLst>
              <a:ext uri="{FF2B5EF4-FFF2-40B4-BE49-F238E27FC236}">
                <a16:creationId xmlns:a16="http://schemas.microsoft.com/office/drawing/2014/main" id="{C507C210-106E-F54C-A9C9-B68D9AD82693}"/>
              </a:ext>
            </a:extLst>
          </p:cNvPr>
          <p:cNvSpPr>
            <a:spLocks noGrp="1" noChangeAspect="1"/>
          </p:cNvSpPr>
          <p:nvPr>
            <p:ph type="pic" sz="quarter" idx="25"/>
          </p:nvPr>
        </p:nvSpPr>
        <p:spPr>
          <a:xfrm>
            <a:off x="7975587" y="1592263"/>
            <a:ext cx="1137600" cy="1137600"/>
          </a:xfrm>
          <a:prstGeom prst="ellipse">
            <a:avLst/>
          </a:prstGeom>
        </p:spPr>
        <p:txBody>
          <a:bodyPr anchor="ctr" anchorCtr="0">
            <a:normAutofit/>
          </a:bodyPr>
          <a:lstStyle>
            <a:lvl1pPr marL="0" indent="0" algn="ctr">
              <a:buNone/>
              <a:defRPr sz="1000"/>
            </a:lvl1pPr>
          </a:lstStyle>
          <a:p>
            <a:r>
              <a:rPr lang="en-US"/>
              <a:t>Click icon to add picture</a:t>
            </a:r>
            <a:endParaRPr lang="en-CA"/>
          </a:p>
        </p:txBody>
      </p:sp>
      <p:sp>
        <p:nvSpPr>
          <p:cNvPr id="17" name="Content Placeholder 2">
            <a:extLst>
              <a:ext uri="{FF2B5EF4-FFF2-40B4-BE49-F238E27FC236}">
                <a16:creationId xmlns:a16="http://schemas.microsoft.com/office/drawing/2014/main" id="{FE04915A-9863-374E-BCFE-0C1BD5F1572A}"/>
              </a:ext>
            </a:extLst>
          </p:cNvPr>
          <p:cNvSpPr>
            <a:spLocks noGrp="1"/>
          </p:cNvSpPr>
          <p:nvPr>
            <p:ph type="body" idx="24"/>
          </p:nvPr>
        </p:nvSpPr>
        <p:spPr>
          <a:xfrm>
            <a:off x="7975587" y="2921671"/>
            <a:ext cx="2855387" cy="2559967"/>
          </a:xfrm>
        </p:spPr>
        <p:txBody>
          <a:bodyPr/>
          <a:lstStyle>
            <a:lvl1pPr marL="0" indent="0">
              <a:spcBef>
                <a:spcPts val="1600"/>
              </a:spcBef>
              <a:buNone/>
              <a:defRPr sz="1400"/>
            </a:lvl1pPr>
            <a:lvl2pPr>
              <a:defRPr sz="1200"/>
            </a:lvl2pPr>
            <a:lvl3pPr>
              <a:defRPr sz="1200"/>
            </a:lvl3pPr>
            <a:lvl4pPr>
              <a:defRPr sz="1200"/>
            </a:lvl4pPr>
            <a:lvl5pPr>
              <a:defRPr sz="1200"/>
            </a:lvl5pPr>
          </a:lstStyle>
          <a:p>
            <a:pPr lvl="0"/>
            <a:r>
              <a:rPr lang="en-US"/>
              <a:t>Click to edit Master text styles</a:t>
            </a:r>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5CE84035-3A00-6B4E-8415-5CD67CC21364}" type="datetime1">
              <a:rPr lang="en-CA" smtClean="0"/>
              <a:t>2026-09-15</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602663250"/>
      </p:ext>
    </p:extLst>
  </p:cSld>
  <p:clrMapOvr>
    <a:masterClrMapping/>
  </p:clrMapOvr>
  <p:extLst>
    <p:ext uri="{DCECCB84-F9BA-43D5-87BE-67443E8EF086}">
      <p15:sldGuideLst xmlns:p15="http://schemas.microsoft.com/office/powerpoint/2012/main">
        <p15:guide id="1" pos="7106">
          <p15:clr>
            <a:srgbClr val="FBAE40"/>
          </p15:clr>
        </p15:guide>
        <p15:guide id="2" pos="2366">
          <p15:clr>
            <a:srgbClr val="FBAE40"/>
          </p15:clr>
        </p15:guide>
        <p15:guide id="3" pos="2797" userDrawn="1">
          <p15:clr>
            <a:srgbClr val="FBAE40"/>
          </p15:clr>
        </p15:guide>
        <p15:guide id="4" pos="5019">
          <p15:clr>
            <a:srgbClr val="FBAE40"/>
          </p15:clr>
        </p15:guide>
        <p15:guide id="5" pos="458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s with Descriptions -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851FA4-8589-564C-8B4D-21B4242F71A7}"/>
              </a:ext>
            </a:extLst>
          </p:cNvPr>
          <p:cNvSpPr>
            <a:spLocks noGrp="1"/>
          </p:cNvSpPr>
          <p:nvPr>
            <p:ph type="title"/>
          </p:nvPr>
        </p:nvSpPr>
        <p:spPr/>
        <p:txBody>
          <a:bodyPr>
            <a:noAutofit/>
          </a:bodyPr>
          <a:lstStyle/>
          <a:p>
            <a:r>
              <a:rPr lang="en-US"/>
              <a:t>Click to edit Master title style</a:t>
            </a:r>
            <a:endParaRPr lang="en-CA"/>
          </a:p>
        </p:txBody>
      </p:sp>
      <p:sp>
        <p:nvSpPr>
          <p:cNvPr id="19" name="Picture Placeholder 2">
            <a:extLst>
              <a:ext uri="{FF2B5EF4-FFF2-40B4-BE49-F238E27FC236}">
                <a16:creationId xmlns:a16="http://schemas.microsoft.com/office/drawing/2014/main" id="{136496C0-1BFE-CE4D-9200-2CC0E910138C}"/>
              </a:ext>
            </a:extLst>
          </p:cNvPr>
          <p:cNvSpPr>
            <a:spLocks noGrp="1" noChangeAspect="1"/>
          </p:cNvSpPr>
          <p:nvPr>
            <p:ph type="pic" sz="quarter" idx="23"/>
          </p:nvPr>
        </p:nvSpPr>
        <p:spPr>
          <a:xfrm>
            <a:off x="893653" y="1593274"/>
            <a:ext cx="1137600" cy="1137600"/>
          </a:xfrm>
          <a:prstGeom prst="ellipse">
            <a:avLst/>
          </a:prstGeom>
        </p:spPr>
        <p:txBody>
          <a:bodyPr anchor="ctr" anchorCtr="0">
            <a:noAutofit/>
          </a:bodyPr>
          <a:lstStyle>
            <a:lvl1pPr marL="0" indent="0" algn="ctr">
              <a:buNone/>
              <a:defRPr sz="1000"/>
            </a:lvl1pPr>
          </a:lstStyle>
          <a:p>
            <a:r>
              <a:rPr lang="en-US"/>
              <a:t>Click icon to add picture</a:t>
            </a:r>
            <a:endParaRPr lang="en-CA"/>
          </a:p>
        </p:txBody>
      </p:sp>
      <p:sp>
        <p:nvSpPr>
          <p:cNvPr id="24" name="Text Placeholder 16">
            <a:extLst>
              <a:ext uri="{FF2B5EF4-FFF2-40B4-BE49-F238E27FC236}">
                <a16:creationId xmlns:a16="http://schemas.microsoft.com/office/drawing/2014/main" id="{5DAFEBCF-49E1-614A-80CF-86DA431900B6}"/>
              </a:ext>
            </a:extLst>
          </p:cNvPr>
          <p:cNvSpPr>
            <a:spLocks noGrp="1"/>
          </p:cNvSpPr>
          <p:nvPr>
            <p:ph type="body" sz="quarter" idx="25"/>
          </p:nvPr>
        </p:nvSpPr>
        <p:spPr>
          <a:xfrm>
            <a:off x="2285928" y="1603663"/>
            <a:ext cx="3396416" cy="1751090"/>
          </a:xfrm>
        </p:spPr>
        <p:txBody>
          <a:bodyPr>
            <a:noAutofit/>
          </a:bodyPr>
          <a:lstStyle>
            <a:lvl1pPr marL="0" indent="0">
              <a:buNone/>
              <a:defRPr sz="1400"/>
            </a:lvl1pPr>
          </a:lstStyle>
          <a:p>
            <a:pPr lvl="0"/>
            <a:r>
              <a:rPr lang="en-US"/>
              <a:t>Click to edit Master text styles</a:t>
            </a:r>
          </a:p>
        </p:txBody>
      </p:sp>
      <p:sp>
        <p:nvSpPr>
          <p:cNvPr id="23" name="Picture Placeholder 2">
            <a:extLst>
              <a:ext uri="{FF2B5EF4-FFF2-40B4-BE49-F238E27FC236}">
                <a16:creationId xmlns:a16="http://schemas.microsoft.com/office/drawing/2014/main" id="{8A6C41E9-E75F-AA41-809E-FB420CBF4FC7}"/>
              </a:ext>
            </a:extLst>
          </p:cNvPr>
          <p:cNvSpPr>
            <a:spLocks noGrp="1" noChangeAspect="1"/>
          </p:cNvSpPr>
          <p:nvPr>
            <p:ph type="pic" sz="quarter" idx="24"/>
          </p:nvPr>
        </p:nvSpPr>
        <p:spPr>
          <a:xfrm>
            <a:off x="6426706" y="1593274"/>
            <a:ext cx="1137600" cy="1137600"/>
          </a:xfrm>
          <a:prstGeom prst="ellipse">
            <a:avLst/>
          </a:prstGeom>
        </p:spPr>
        <p:txBody>
          <a:bodyPr anchor="ctr" anchorCtr="0">
            <a:noAutofit/>
          </a:bodyPr>
          <a:lstStyle>
            <a:lvl1pPr marL="0" indent="0" algn="ctr">
              <a:buNone/>
              <a:defRPr sz="1000"/>
            </a:lvl1pPr>
          </a:lstStyle>
          <a:p>
            <a:r>
              <a:rPr lang="en-US"/>
              <a:t>Click icon to add picture</a:t>
            </a:r>
            <a:endParaRPr lang="en-CA"/>
          </a:p>
        </p:txBody>
      </p:sp>
      <p:sp>
        <p:nvSpPr>
          <p:cNvPr id="25" name="Text Placeholder 16">
            <a:extLst>
              <a:ext uri="{FF2B5EF4-FFF2-40B4-BE49-F238E27FC236}">
                <a16:creationId xmlns:a16="http://schemas.microsoft.com/office/drawing/2014/main" id="{BBFF9FBA-DD88-1141-8BB3-4F4C207F31FC}"/>
              </a:ext>
            </a:extLst>
          </p:cNvPr>
          <p:cNvSpPr>
            <a:spLocks noGrp="1"/>
          </p:cNvSpPr>
          <p:nvPr>
            <p:ph type="body" sz="quarter" idx="26"/>
          </p:nvPr>
        </p:nvSpPr>
        <p:spPr>
          <a:xfrm>
            <a:off x="7818981" y="1591731"/>
            <a:ext cx="3396416" cy="1751090"/>
          </a:xfrm>
        </p:spPr>
        <p:txBody>
          <a:bodyPr>
            <a:noAutofit/>
          </a:bodyPr>
          <a:lstStyle>
            <a:lvl1pPr marL="0" indent="0">
              <a:buNone/>
              <a:defRPr sz="1400"/>
            </a:lvl1pPr>
          </a:lstStyle>
          <a:p>
            <a:pPr lvl="0"/>
            <a:r>
              <a:rPr lang="en-US"/>
              <a:t>Click to edit Master text styles</a:t>
            </a:r>
          </a:p>
        </p:txBody>
      </p:sp>
      <p:sp>
        <p:nvSpPr>
          <p:cNvPr id="16" name="Picture Placeholder 2">
            <a:extLst>
              <a:ext uri="{FF2B5EF4-FFF2-40B4-BE49-F238E27FC236}">
                <a16:creationId xmlns:a16="http://schemas.microsoft.com/office/drawing/2014/main" id="{99381994-618A-3C44-8618-AABB14F1506F}"/>
              </a:ext>
            </a:extLst>
          </p:cNvPr>
          <p:cNvSpPr>
            <a:spLocks noGrp="1" noChangeAspect="1"/>
          </p:cNvSpPr>
          <p:nvPr>
            <p:ph type="pic" sz="quarter" idx="17"/>
          </p:nvPr>
        </p:nvSpPr>
        <p:spPr>
          <a:xfrm>
            <a:off x="893653" y="4003260"/>
            <a:ext cx="1137600" cy="1137600"/>
          </a:xfrm>
          <a:prstGeom prst="ellipse">
            <a:avLst/>
          </a:prstGeom>
        </p:spPr>
        <p:txBody>
          <a:bodyPr anchor="ctr" anchorCtr="0">
            <a:noAutofit/>
          </a:bodyPr>
          <a:lstStyle>
            <a:lvl1pPr marL="0" indent="0" algn="ctr">
              <a:buNone/>
              <a:defRPr sz="1000"/>
            </a:lvl1pPr>
          </a:lstStyle>
          <a:p>
            <a:r>
              <a:rPr lang="en-US"/>
              <a:t>Click icon to add picture</a:t>
            </a:r>
            <a:endParaRPr lang="en-CA"/>
          </a:p>
        </p:txBody>
      </p:sp>
      <p:sp>
        <p:nvSpPr>
          <p:cNvPr id="21" name="Text Placeholder 16">
            <a:extLst>
              <a:ext uri="{FF2B5EF4-FFF2-40B4-BE49-F238E27FC236}">
                <a16:creationId xmlns:a16="http://schemas.microsoft.com/office/drawing/2014/main" id="{B972DB0D-D400-5848-9A57-7EFD02099860}"/>
              </a:ext>
            </a:extLst>
          </p:cNvPr>
          <p:cNvSpPr>
            <a:spLocks noGrp="1"/>
          </p:cNvSpPr>
          <p:nvPr>
            <p:ph type="body" sz="quarter" idx="21"/>
          </p:nvPr>
        </p:nvSpPr>
        <p:spPr>
          <a:xfrm>
            <a:off x="2285928" y="4013649"/>
            <a:ext cx="3396416" cy="1751090"/>
          </a:xfrm>
        </p:spPr>
        <p:txBody>
          <a:bodyPr>
            <a:noAutofit/>
          </a:bodyPr>
          <a:lstStyle>
            <a:lvl1pPr marL="0" indent="0">
              <a:buNone/>
              <a:defRPr sz="1400"/>
            </a:lvl1pPr>
          </a:lstStyle>
          <a:p>
            <a:pPr lvl="0"/>
            <a:r>
              <a:rPr lang="en-US"/>
              <a:t>Click to edit Master text styles</a:t>
            </a:r>
          </a:p>
        </p:txBody>
      </p:sp>
      <p:sp>
        <p:nvSpPr>
          <p:cNvPr id="18" name="Picture Placeholder 2">
            <a:extLst>
              <a:ext uri="{FF2B5EF4-FFF2-40B4-BE49-F238E27FC236}">
                <a16:creationId xmlns:a16="http://schemas.microsoft.com/office/drawing/2014/main" id="{304CEAB8-9EEB-214D-8C2F-EC98B2FCD0C0}"/>
              </a:ext>
            </a:extLst>
          </p:cNvPr>
          <p:cNvSpPr>
            <a:spLocks noGrp="1" noChangeAspect="1"/>
          </p:cNvSpPr>
          <p:nvPr>
            <p:ph type="pic" sz="quarter" idx="19"/>
          </p:nvPr>
        </p:nvSpPr>
        <p:spPr>
          <a:xfrm>
            <a:off x="6426706" y="4003260"/>
            <a:ext cx="1137600" cy="1137600"/>
          </a:xfrm>
          <a:prstGeom prst="ellipse">
            <a:avLst/>
          </a:prstGeom>
        </p:spPr>
        <p:txBody>
          <a:bodyPr anchor="ctr" anchorCtr="0">
            <a:noAutofit/>
          </a:bodyPr>
          <a:lstStyle>
            <a:lvl1pPr marL="0" indent="0" algn="ctr">
              <a:buNone/>
              <a:defRPr sz="1000"/>
            </a:lvl1pPr>
          </a:lstStyle>
          <a:p>
            <a:r>
              <a:rPr lang="en-US"/>
              <a:t>Click icon to add picture</a:t>
            </a:r>
            <a:endParaRPr lang="en-CA"/>
          </a:p>
        </p:txBody>
      </p:sp>
      <p:sp>
        <p:nvSpPr>
          <p:cNvPr id="22" name="Text Placeholder 16">
            <a:extLst>
              <a:ext uri="{FF2B5EF4-FFF2-40B4-BE49-F238E27FC236}">
                <a16:creationId xmlns:a16="http://schemas.microsoft.com/office/drawing/2014/main" id="{8207CBAE-5643-1B43-87D2-81EC2D696AF5}"/>
              </a:ext>
            </a:extLst>
          </p:cNvPr>
          <p:cNvSpPr>
            <a:spLocks noGrp="1"/>
          </p:cNvSpPr>
          <p:nvPr>
            <p:ph type="body" sz="quarter" idx="22"/>
          </p:nvPr>
        </p:nvSpPr>
        <p:spPr>
          <a:xfrm>
            <a:off x="7818981" y="4001717"/>
            <a:ext cx="3396416" cy="1751090"/>
          </a:xfrm>
        </p:spPr>
        <p:txBody>
          <a:bodyPr>
            <a:noAutofit/>
          </a:bodyPr>
          <a:lstStyle>
            <a:lvl1pPr marL="0" indent="0">
              <a:buNone/>
              <a:defRPr sz="1400"/>
            </a:lvl1pPr>
          </a:lstStyle>
          <a:p>
            <a:pPr lvl="0"/>
            <a:r>
              <a:rPr lang="en-US"/>
              <a:t>Click to edit Master text styles</a:t>
            </a:r>
          </a:p>
        </p:txBody>
      </p:sp>
      <p:sp>
        <p:nvSpPr>
          <p:cNvPr id="9" name="Date Placeholder 8">
            <a:extLst>
              <a:ext uri="{FF2B5EF4-FFF2-40B4-BE49-F238E27FC236}">
                <a16:creationId xmlns:a16="http://schemas.microsoft.com/office/drawing/2014/main" id="{0E27AD58-EFA1-834E-88C4-84A7D988F882}"/>
              </a:ext>
            </a:extLst>
          </p:cNvPr>
          <p:cNvSpPr>
            <a:spLocks noGrp="1"/>
          </p:cNvSpPr>
          <p:nvPr>
            <p:ph type="dt" sz="half" idx="10"/>
          </p:nvPr>
        </p:nvSpPr>
        <p:spPr/>
        <p:txBody>
          <a:bodyPr/>
          <a:lstStyle/>
          <a:p>
            <a:fld id="{A4A1BE50-3C46-434A-860D-C27D87407209}" type="datetime1">
              <a:rPr lang="en-CA" smtClean="0"/>
              <a:t>2026-09-15</a:t>
            </a:fld>
            <a:endParaRPr lang="en-CA"/>
          </a:p>
        </p:txBody>
      </p:sp>
      <p:sp>
        <p:nvSpPr>
          <p:cNvPr id="10" name="Footer Placeholder 9">
            <a:extLst>
              <a:ext uri="{FF2B5EF4-FFF2-40B4-BE49-F238E27FC236}">
                <a16:creationId xmlns:a16="http://schemas.microsoft.com/office/drawing/2014/main" id="{555A59F2-FBBD-D14D-A6E2-DA0D1A0A7DDB}"/>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B68B3244-C4A8-0648-9AFE-DE797FB7A959}"/>
              </a:ext>
            </a:extLst>
          </p:cNvPr>
          <p:cNvSpPr>
            <a:spLocks noGrp="1"/>
          </p:cNvSpPr>
          <p:nvPr>
            <p:ph type="sldNum" sz="quarter" idx="12"/>
          </p:nvPr>
        </p:nvSpPr>
        <p:spPr/>
        <p:txBody>
          <a:bodyPr/>
          <a:lstStyle/>
          <a:p>
            <a:fld id="{E4ECB127-6B1D-4440-BB59-CB7FB51359B3}" type="slidenum">
              <a:rPr lang="en-CA" smtClean="0"/>
              <a:pPr/>
              <a:t>‹#›</a:t>
            </a:fld>
            <a:endParaRPr lang="en-CA"/>
          </a:p>
        </p:txBody>
      </p:sp>
      <p:cxnSp>
        <p:nvCxnSpPr>
          <p:cNvPr id="14" name="Straight Connector 13">
            <a:extLst>
              <a:ext uri="{FF2B5EF4-FFF2-40B4-BE49-F238E27FC236}">
                <a16:creationId xmlns:a16="http://schemas.microsoft.com/office/drawing/2014/main" id="{3B49D52E-6E64-424D-9315-C95FA7737A28}"/>
              </a:ext>
              <a:ext uri="{C183D7F6-B498-43B3-948B-1728B52AA6E4}">
                <adec:decorative xmlns:adec="http://schemas.microsoft.com/office/drawing/2017/decorative" val="1"/>
              </a:ext>
            </a:extLst>
          </p:cNvPr>
          <p:cNvCxnSpPr>
            <a:cxnSpLocks/>
          </p:cNvCxnSpPr>
          <p:nvPr userDrawn="1"/>
        </p:nvCxnSpPr>
        <p:spPr>
          <a:xfrm>
            <a:off x="774503" y="3695202"/>
            <a:ext cx="10642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D1E9422-46C3-734C-A068-7F81B94FDCED}"/>
              </a:ext>
              <a:ext uri="{C183D7F6-B498-43B3-948B-1728B52AA6E4}">
                <adec:decorative xmlns:adec="http://schemas.microsoft.com/office/drawing/2017/decorative" val="1"/>
              </a:ext>
            </a:extLst>
          </p:cNvPr>
          <p:cNvCxnSpPr>
            <a:cxnSpLocks/>
          </p:cNvCxnSpPr>
          <p:nvPr userDrawn="1"/>
        </p:nvCxnSpPr>
        <p:spPr>
          <a:xfrm>
            <a:off x="6096000" y="1592263"/>
            <a:ext cx="0" cy="41724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85300"/>
      </p:ext>
    </p:extLst>
  </p:cSld>
  <p:clrMapOvr>
    <a:masterClrMapping/>
  </p:clrMapOvr>
  <p:extLst>
    <p:ext uri="{DCECCB84-F9BA-43D5-87BE-67443E8EF086}">
      <p15:sldGuideLst xmlns:p15="http://schemas.microsoft.com/office/powerpoint/2012/main">
        <p15:guide id="1" pos="3636">
          <p15:clr>
            <a:srgbClr val="FBAE40"/>
          </p15:clr>
        </p15:guide>
        <p15:guide id="2" pos="40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EA5C6-B6D6-8F49-A809-D550B8736FBB}"/>
              </a:ext>
            </a:extLst>
          </p:cNvPr>
          <p:cNvSpPr>
            <a:spLocks noGrp="1"/>
          </p:cNvSpPr>
          <p:nvPr>
            <p:ph type="title"/>
          </p:nvPr>
        </p:nvSpPr>
        <p:spPr/>
        <p:txBody>
          <a:bodyPr>
            <a:noAutofit/>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C18DA6C-C939-9546-A4D3-4B92C47C894A}"/>
              </a:ext>
            </a:extLst>
          </p:cNvPr>
          <p:cNvSpPr>
            <a:spLocks noGrp="1"/>
          </p:cNvSpPr>
          <p:nvPr>
            <p:ph idx="1"/>
          </p:nvPr>
        </p:nvSpPr>
        <p:spPr>
          <a:xfrm>
            <a:off x="381000" y="1592263"/>
            <a:ext cx="6429371" cy="3889375"/>
          </a:xfrm>
        </p:spPr>
        <p:txBody>
          <a:bodyPr>
            <a:noAutofit/>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14" name="Straight Connector 13">
            <a:extLst>
              <a:ext uri="{FF2B5EF4-FFF2-40B4-BE49-F238E27FC236}">
                <a16:creationId xmlns:a16="http://schemas.microsoft.com/office/drawing/2014/main" id="{D1BCEB1A-B3C9-B94C-964C-8D029A6DC9D7}"/>
              </a:ext>
              <a:ext uri="{C183D7F6-B498-43B3-948B-1728B52AA6E4}">
                <adec:decorative xmlns:adec="http://schemas.microsoft.com/office/drawing/2017/decorative" val="1"/>
              </a:ext>
            </a:extLst>
          </p:cNvPr>
          <p:cNvCxnSpPr>
            <a:cxnSpLocks/>
          </p:cNvCxnSpPr>
          <p:nvPr userDrawn="1"/>
        </p:nvCxnSpPr>
        <p:spPr>
          <a:xfrm>
            <a:off x="7524750" y="1592264"/>
            <a:ext cx="0" cy="3889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Picture Placeholder 2">
            <a:extLst>
              <a:ext uri="{FF2B5EF4-FFF2-40B4-BE49-F238E27FC236}">
                <a16:creationId xmlns:a16="http://schemas.microsoft.com/office/drawing/2014/main" id="{AF07C545-E8A2-214D-B8EA-9AF78FC07C66}"/>
              </a:ext>
            </a:extLst>
          </p:cNvPr>
          <p:cNvSpPr>
            <a:spLocks noGrp="1"/>
          </p:cNvSpPr>
          <p:nvPr>
            <p:ph type="pic" sz="quarter" idx="16" hasCustomPrompt="1"/>
          </p:nvPr>
        </p:nvSpPr>
        <p:spPr>
          <a:xfrm>
            <a:off x="7840654" y="1596280"/>
            <a:ext cx="635047" cy="429087"/>
          </a:xfrm>
        </p:spPr>
        <p:txBody>
          <a:bodyPr wrap="square" anchor="ctr">
            <a:noAutofit/>
          </a:bodyPr>
          <a:lstStyle>
            <a:lvl1pPr marL="0" indent="0">
              <a:buNone/>
              <a:defRPr sz="600"/>
            </a:lvl1pPr>
          </a:lstStyle>
          <a:p>
            <a:r>
              <a:rPr lang="en-CA"/>
              <a:t>Add quote graphic here</a:t>
            </a:r>
          </a:p>
        </p:txBody>
      </p:sp>
      <p:sp>
        <p:nvSpPr>
          <p:cNvPr id="8" name="Content Placeholder 2">
            <a:extLst>
              <a:ext uri="{FF2B5EF4-FFF2-40B4-BE49-F238E27FC236}">
                <a16:creationId xmlns:a16="http://schemas.microsoft.com/office/drawing/2014/main" id="{8774C250-6ABF-5A48-BB1A-4E56FF798463}"/>
              </a:ext>
            </a:extLst>
          </p:cNvPr>
          <p:cNvSpPr>
            <a:spLocks noGrp="1"/>
          </p:cNvSpPr>
          <p:nvPr>
            <p:ph type="body" idx="14" hasCustomPrompt="1"/>
          </p:nvPr>
        </p:nvSpPr>
        <p:spPr>
          <a:xfrm>
            <a:off x="7761326" y="2124222"/>
            <a:ext cx="3575050" cy="2432538"/>
          </a:xfrm>
        </p:spPr>
        <p:txBody>
          <a:bodyPr>
            <a:noAutofit/>
          </a:bodyPr>
          <a:lstStyle>
            <a:lvl1pPr marL="0" marR="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sz="2200" b="0" i="0">
                <a:latin typeface="Times" pitchFamily="2" charset="0"/>
              </a:defRPr>
            </a:lvl1pPr>
          </a:lstStyle>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lang="en-CA"/>
              <a:t>Click to add quote text</a:t>
            </a:r>
          </a:p>
        </p:txBody>
      </p:sp>
      <p:sp>
        <p:nvSpPr>
          <p:cNvPr id="12" name="Picture Placeholder 2">
            <a:extLst>
              <a:ext uri="{FF2B5EF4-FFF2-40B4-BE49-F238E27FC236}">
                <a16:creationId xmlns:a16="http://schemas.microsoft.com/office/drawing/2014/main" id="{91E674F5-064B-E443-8C56-1A475A6506A2}"/>
              </a:ext>
            </a:extLst>
          </p:cNvPr>
          <p:cNvSpPr>
            <a:spLocks noGrp="1" noChangeAspect="1"/>
          </p:cNvSpPr>
          <p:nvPr>
            <p:ph type="pic" sz="quarter" idx="13" hasCustomPrompt="1"/>
          </p:nvPr>
        </p:nvSpPr>
        <p:spPr>
          <a:xfrm>
            <a:off x="7818016" y="4723086"/>
            <a:ext cx="914400" cy="914400"/>
          </a:xfrm>
          <a:prstGeom prst="ellipse">
            <a:avLst/>
          </a:prstGeom>
        </p:spPr>
        <p:txBody>
          <a:bodyPr lIns="0" tIns="0" rIns="0" bIns="0" anchor="ctr" anchorCtr="0">
            <a:noAutofit/>
          </a:bodyPr>
          <a:lstStyle>
            <a:lvl1pPr marL="0" indent="0" algn="ctr">
              <a:buNone/>
              <a:defRPr sz="900"/>
            </a:lvl1pPr>
          </a:lstStyle>
          <a:p>
            <a:r>
              <a:rPr lang="en-CA"/>
              <a:t>Add headshot here</a:t>
            </a:r>
          </a:p>
        </p:txBody>
      </p:sp>
      <p:sp>
        <p:nvSpPr>
          <p:cNvPr id="13" name="Text Placeholder 4">
            <a:extLst>
              <a:ext uri="{FF2B5EF4-FFF2-40B4-BE49-F238E27FC236}">
                <a16:creationId xmlns:a16="http://schemas.microsoft.com/office/drawing/2014/main" id="{C8D13537-522E-8546-9470-90870D36AA66}"/>
              </a:ext>
            </a:extLst>
          </p:cNvPr>
          <p:cNvSpPr>
            <a:spLocks noGrp="1"/>
          </p:cNvSpPr>
          <p:nvPr>
            <p:ph type="body" sz="quarter" idx="15" hasCustomPrompt="1"/>
          </p:nvPr>
        </p:nvSpPr>
        <p:spPr>
          <a:xfrm>
            <a:off x="8869680" y="4912353"/>
            <a:ext cx="2466696" cy="691515"/>
          </a:xfrm>
        </p:spPr>
        <p:txBody>
          <a:bodyPr>
            <a:no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945AD138-30AA-0A47-B8AD-167AED96891C}"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23407383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ubhead with 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FCD27-8C18-9747-95A9-63502B6FA4C0}"/>
              </a:ext>
            </a:extLst>
          </p:cNvPr>
          <p:cNvSpPr>
            <a:spLocks noGrp="1"/>
          </p:cNvSpPr>
          <p:nvPr>
            <p:ph type="title"/>
          </p:nvPr>
        </p:nvSpPr>
        <p:spPr/>
        <p:txBody>
          <a:bodyPr>
            <a:noAutofit/>
          </a:bodyPr>
          <a:lstStyle/>
          <a:p>
            <a:r>
              <a:rPr lang="en-US"/>
              <a:t>Click to edit Master title style</a:t>
            </a:r>
            <a:endParaRPr lang="en-CA"/>
          </a:p>
        </p:txBody>
      </p:sp>
      <p:sp>
        <p:nvSpPr>
          <p:cNvPr id="13" name="Text Placeholder 5">
            <a:extLst>
              <a:ext uri="{FF2B5EF4-FFF2-40B4-BE49-F238E27FC236}">
                <a16:creationId xmlns:a16="http://schemas.microsoft.com/office/drawing/2014/main" id="{2F561D16-DC5D-0F47-897D-2EA7DB066575}"/>
              </a:ext>
            </a:extLst>
          </p:cNvPr>
          <p:cNvSpPr>
            <a:spLocks noGrp="1"/>
          </p:cNvSpPr>
          <p:nvPr>
            <p:ph type="body" sz="quarter" idx="14"/>
          </p:nvPr>
        </p:nvSpPr>
        <p:spPr>
          <a:xfrm>
            <a:off x="381000" y="1592263"/>
            <a:ext cx="6429375" cy="377144"/>
          </a:xfrm>
        </p:spPr>
        <p:txBody>
          <a:bodyPr>
            <a:noAutofit/>
          </a:bodyPr>
          <a:lstStyle>
            <a:lvl1pPr marL="0" indent="0">
              <a:buNone/>
              <a:defRPr b="1">
                <a:solidFill>
                  <a:schemeClr val="accent5"/>
                </a:solidFill>
              </a:defRPr>
            </a:lvl1pPr>
            <a:lvl2pPr marL="457200" indent="0">
              <a:buNone/>
              <a:defRPr/>
            </a:lvl2pPr>
          </a:lstStyle>
          <a:p>
            <a:pPr lvl="0"/>
            <a:r>
              <a:rPr lang="en-US"/>
              <a:t>Click to edit Master text styles</a:t>
            </a:r>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idx="1"/>
          </p:nvPr>
        </p:nvSpPr>
        <p:spPr>
          <a:xfrm>
            <a:off x="381000" y="2145967"/>
            <a:ext cx="6429375" cy="3335671"/>
          </a:xfrm>
        </p:spPr>
        <p:txBody>
          <a:bodyPr>
            <a:noAutofit/>
          </a:bodyPr>
          <a:lstStyle>
            <a:lvl1pPr>
              <a:spcBef>
                <a:spcPts val="16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18" name="Straight Connector 17">
            <a:extLst>
              <a:ext uri="{FF2B5EF4-FFF2-40B4-BE49-F238E27FC236}">
                <a16:creationId xmlns:a16="http://schemas.microsoft.com/office/drawing/2014/main" id="{603B8325-540B-6E4F-A47E-5BE09806C54F}"/>
              </a:ext>
            </a:extLst>
          </p:cNvPr>
          <p:cNvCxnSpPr>
            <a:cxnSpLocks/>
          </p:cNvCxnSpPr>
          <p:nvPr userDrawn="1"/>
        </p:nvCxnSpPr>
        <p:spPr>
          <a:xfrm>
            <a:off x="7524750" y="1592264"/>
            <a:ext cx="0" cy="3889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Picture Placeholder 2">
            <a:extLst>
              <a:ext uri="{FF2B5EF4-FFF2-40B4-BE49-F238E27FC236}">
                <a16:creationId xmlns:a16="http://schemas.microsoft.com/office/drawing/2014/main" id="{8557193E-D5A9-FA49-A4C2-C6B4E15CAC04}"/>
              </a:ext>
            </a:extLst>
          </p:cNvPr>
          <p:cNvSpPr>
            <a:spLocks noGrp="1"/>
          </p:cNvSpPr>
          <p:nvPr>
            <p:ph type="pic" sz="quarter" idx="16" hasCustomPrompt="1"/>
          </p:nvPr>
        </p:nvSpPr>
        <p:spPr>
          <a:xfrm>
            <a:off x="7840654" y="1596280"/>
            <a:ext cx="635047" cy="429087"/>
          </a:xfrm>
        </p:spPr>
        <p:txBody>
          <a:bodyPr wrap="square" anchor="ctr">
            <a:noAutofit/>
          </a:bodyPr>
          <a:lstStyle>
            <a:lvl1pPr marL="0" indent="0">
              <a:buNone/>
              <a:defRPr sz="600"/>
            </a:lvl1pPr>
          </a:lstStyle>
          <a:p>
            <a:r>
              <a:rPr lang="en-CA"/>
              <a:t>Add quote graphic here</a:t>
            </a:r>
          </a:p>
        </p:txBody>
      </p:sp>
      <p:sp>
        <p:nvSpPr>
          <p:cNvPr id="21" name="Content Placeholder 2">
            <a:extLst>
              <a:ext uri="{FF2B5EF4-FFF2-40B4-BE49-F238E27FC236}">
                <a16:creationId xmlns:a16="http://schemas.microsoft.com/office/drawing/2014/main" id="{B68C4A1E-2A3E-B54A-9B93-C3517E010AE7}"/>
              </a:ext>
            </a:extLst>
          </p:cNvPr>
          <p:cNvSpPr>
            <a:spLocks noGrp="1"/>
          </p:cNvSpPr>
          <p:nvPr>
            <p:ph type="body" idx="17" hasCustomPrompt="1"/>
          </p:nvPr>
        </p:nvSpPr>
        <p:spPr>
          <a:xfrm>
            <a:off x="7761326" y="2124222"/>
            <a:ext cx="3575050" cy="2432538"/>
          </a:xfrm>
        </p:spPr>
        <p:txBody>
          <a:bodyPr>
            <a:no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34990978-52AC-B046-97A0-FAFF4E4B51C4}"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
        <p:nvSpPr>
          <p:cNvPr id="14" name="Picture Placeholder 2">
            <a:extLst>
              <a:ext uri="{FF2B5EF4-FFF2-40B4-BE49-F238E27FC236}">
                <a16:creationId xmlns:a16="http://schemas.microsoft.com/office/drawing/2014/main" id="{7371C969-2BB6-B3FF-E290-B53A7E5B0FDE}"/>
              </a:ext>
            </a:extLst>
          </p:cNvPr>
          <p:cNvSpPr>
            <a:spLocks noGrp="1" noChangeAspect="1"/>
          </p:cNvSpPr>
          <p:nvPr>
            <p:ph type="pic" sz="quarter" idx="13" hasCustomPrompt="1"/>
          </p:nvPr>
        </p:nvSpPr>
        <p:spPr>
          <a:xfrm>
            <a:off x="7818016" y="4723086"/>
            <a:ext cx="914400" cy="914400"/>
          </a:xfrm>
          <a:prstGeom prst="ellipse">
            <a:avLst/>
          </a:prstGeom>
        </p:spPr>
        <p:txBody>
          <a:bodyPr lIns="0" tIns="0" rIns="0" bIns="0" anchor="ctr" anchorCtr="0">
            <a:noAutofit/>
          </a:bodyPr>
          <a:lstStyle>
            <a:lvl1pPr marL="0" indent="0" algn="ctr">
              <a:buNone/>
              <a:defRPr sz="900"/>
            </a:lvl1pPr>
          </a:lstStyle>
          <a:p>
            <a:r>
              <a:rPr lang="en-CA"/>
              <a:t>Add headshot here</a:t>
            </a:r>
          </a:p>
        </p:txBody>
      </p:sp>
      <p:sp>
        <p:nvSpPr>
          <p:cNvPr id="15" name="Text Placeholder 4">
            <a:extLst>
              <a:ext uri="{FF2B5EF4-FFF2-40B4-BE49-F238E27FC236}">
                <a16:creationId xmlns:a16="http://schemas.microsoft.com/office/drawing/2014/main" id="{FC5BDFBA-5C1B-46D5-56A6-D32E628722BF}"/>
              </a:ext>
            </a:extLst>
          </p:cNvPr>
          <p:cNvSpPr>
            <a:spLocks noGrp="1"/>
          </p:cNvSpPr>
          <p:nvPr>
            <p:ph type="body" sz="quarter" idx="15" hasCustomPrompt="1"/>
          </p:nvPr>
        </p:nvSpPr>
        <p:spPr>
          <a:xfrm>
            <a:off x="8869680" y="4912353"/>
            <a:ext cx="2466696" cy="691515"/>
          </a:xfrm>
        </p:spPr>
        <p:txBody>
          <a:bodyPr>
            <a:no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Tree>
    <p:extLst>
      <p:ext uri="{BB962C8B-B14F-4D97-AF65-F5344CB8AC3E}">
        <p14:creationId xmlns:p14="http://schemas.microsoft.com/office/powerpoint/2010/main" val="2040198607"/>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Quote - Photo, Gradient Overlay">
    <p:bg>
      <p:bgPr>
        <a:solidFill>
          <a:schemeClr val="bg1">
            <a:lumMod val="50000"/>
            <a:lumOff val="50000"/>
          </a:schemeClr>
        </a:solidFill>
        <a:effectLst/>
      </p:bgPr>
    </p:bg>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16EF4062-3E45-BE44-8031-CA76D9A4701D}"/>
              </a:ext>
            </a:extLst>
          </p:cNvPr>
          <p:cNvSpPr>
            <a:spLocks noGrp="1"/>
          </p:cNvSpPr>
          <p:nvPr>
            <p:ph type="title" hasCustomPrompt="1"/>
          </p:nvPr>
        </p:nvSpPr>
        <p:spPr>
          <a:xfrm>
            <a:off x="0" y="-527539"/>
            <a:ext cx="12192000" cy="513471"/>
          </a:xfrm>
        </p:spPr>
        <p:txBody>
          <a:bodyPr anchor="b">
            <a:noAutofit/>
          </a:bodyPr>
          <a:lstStyle>
            <a:lvl1pPr>
              <a:defRPr sz="1800">
                <a:solidFill>
                  <a:schemeClr val="bg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6" name="Picture Placeholder 5">
            <a:extLst>
              <a:ext uri="{FF2B5EF4-FFF2-40B4-BE49-F238E27FC236}">
                <a16:creationId xmlns:a16="http://schemas.microsoft.com/office/drawing/2014/main" id="{A2494D7B-7589-7748-8BD2-C2BA1C8C6546}"/>
              </a:ext>
            </a:extLst>
          </p:cNvPr>
          <p:cNvSpPr>
            <a:spLocks noGrp="1"/>
          </p:cNvSpPr>
          <p:nvPr>
            <p:ph type="pic" sz="quarter" idx="17" hasCustomPrompt="1"/>
          </p:nvPr>
        </p:nvSpPr>
        <p:spPr>
          <a:xfrm>
            <a:off x="0" y="0"/>
            <a:ext cx="12192000" cy="6858000"/>
          </a:xfrm>
        </p:spPr>
        <p:txBody>
          <a:bodyPr/>
          <a:lstStyle>
            <a:lvl1pPr marL="0" indent="0">
              <a:buNone/>
              <a:defRPr>
                <a:highlight>
                  <a:srgbClr val="FF0000"/>
                </a:highlight>
              </a:defRPr>
            </a:lvl1pPr>
          </a:lstStyle>
          <a:p>
            <a:r>
              <a:rPr lang="en-US"/>
              <a:t>To change or insert the background image, you will need to access it by first moving the gradient block that is placed over the image (this gradient helps to ensure legibility of the quote). To move the gradient block, select it and shift the position so you can click on the picture icon in the center of the slide. After inserting the image, move the gradient block back to its original position. </a:t>
            </a:r>
          </a:p>
        </p:txBody>
      </p:sp>
      <p:sp>
        <p:nvSpPr>
          <p:cNvPr id="4" name="Text Placeholder 3">
            <a:extLst>
              <a:ext uri="{FF2B5EF4-FFF2-40B4-BE49-F238E27FC236}">
                <a16:creationId xmlns:a16="http://schemas.microsoft.com/office/drawing/2014/main" id="{ACBE36CE-0579-4F42-81E3-3A9D42CB63BE}"/>
              </a:ext>
            </a:extLst>
          </p:cNvPr>
          <p:cNvSpPr>
            <a:spLocks noGrp="1"/>
          </p:cNvSpPr>
          <p:nvPr>
            <p:ph type="body" sz="quarter" idx="16" hasCustomPrompt="1"/>
          </p:nvPr>
        </p:nvSpPr>
        <p:spPr>
          <a:xfrm>
            <a:off x="0" y="0"/>
            <a:ext cx="8239125" cy="6858000"/>
          </a:xfrm>
          <a:gradFill>
            <a:gsLst>
              <a:gs pos="100000">
                <a:schemeClr val="bg1">
                  <a:alpha val="0"/>
                </a:schemeClr>
              </a:gs>
              <a:gs pos="65000">
                <a:schemeClr val="bg1">
                  <a:alpha val="46074"/>
                </a:schemeClr>
              </a:gs>
            </a:gsLst>
            <a:lin ang="0" scaled="0"/>
          </a:gradFill>
          <a:ln w="0">
            <a:solidFill>
              <a:schemeClr val="bg1">
                <a:alpha val="0"/>
              </a:schemeClr>
            </a:solidFill>
          </a:ln>
        </p:spPr>
        <p:txBody>
          <a:bodyPr>
            <a:normAutofit/>
          </a:bodyPr>
          <a:lstStyle>
            <a:lvl1pPr marL="0" indent="0">
              <a:buNone/>
              <a:defRPr sz="100">
                <a:noFill/>
              </a:defRPr>
            </a:lvl1pPr>
            <a:lvl2pPr marL="457200" indent="0">
              <a:buNone/>
              <a:defRPr sz="100">
                <a:noFill/>
              </a:defRPr>
            </a:lvl2pPr>
            <a:lvl3pPr marL="914400" indent="0">
              <a:buNone/>
              <a:defRPr sz="100">
                <a:noFill/>
              </a:defRPr>
            </a:lvl3pPr>
            <a:lvl4pPr marL="1371600" indent="0">
              <a:buNone/>
              <a:defRPr sz="100">
                <a:noFill/>
              </a:defRPr>
            </a:lvl4pPr>
            <a:lvl5pPr marL="1828800" indent="0">
              <a:buNone/>
              <a:defRPr sz="100">
                <a:noFill/>
              </a:defRPr>
            </a:lvl5pPr>
          </a:lstStyle>
          <a:p>
            <a:pPr lvl="0"/>
            <a:r>
              <a:rPr lang="en-CA"/>
              <a:t> </a:t>
            </a:r>
          </a:p>
        </p:txBody>
      </p:sp>
      <p:sp>
        <p:nvSpPr>
          <p:cNvPr id="7" name="Picture Placeholder 2">
            <a:extLst>
              <a:ext uri="{FF2B5EF4-FFF2-40B4-BE49-F238E27FC236}">
                <a16:creationId xmlns:a16="http://schemas.microsoft.com/office/drawing/2014/main" id="{E107A325-34A1-A54C-B326-42F71C84FA67}"/>
              </a:ext>
            </a:extLst>
          </p:cNvPr>
          <p:cNvSpPr>
            <a:spLocks noGrp="1"/>
          </p:cNvSpPr>
          <p:nvPr>
            <p:ph type="pic" sz="quarter" idx="15" hasCustomPrompt="1"/>
          </p:nvPr>
        </p:nvSpPr>
        <p:spPr>
          <a:xfrm>
            <a:off x="868316" y="1056391"/>
            <a:ext cx="635047" cy="429087"/>
          </a:xfrm>
        </p:spPr>
        <p:txBody>
          <a:bodyPr wrap="square" anchor="ctr">
            <a:noAutofit/>
          </a:bodyPr>
          <a:lstStyle>
            <a:lvl1pPr marL="0" indent="0">
              <a:buNone/>
              <a:defRPr sz="600"/>
            </a:lvl1pPr>
          </a:lstStyle>
          <a:p>
            <a:r>
              <a:rPr lang="en-CA"/>
              <a:t>Add quote graphic here</a:t>
            </a:r>
          </a:p>
        </p:txBody>
      </p:sp>
      <p:sp>
        <p:nvSpPr>
          <p:cNvPr id="8" name="Content Placeholder 2">
            <a:extLst>
              <a:ext uri="{FF2B5EF4-FFF2-40B4-BE49-F238E27FC236}">
                <a16:creationId xmlns:a16="http://schemas.microsoft.com/office/drawing/2014/main" id="{D972FBA6-36B1-C743-8424-97C9843B8894}"/>
              </a:ext>
            </a:extLst>
          </p:cNvPr>
          <p:cNvSpPr>
            <a:spLocks noGrp="1"/>
          </p:cNvSpPr>
          <p:nvPr>
            <p:ph type="body" idx="1" hasCustomPrompt="1"/>
          </p:nvPr>
        </p:nvSpPr>
        <p:spPr>
          <a:xfrm>
            <a:off x="762000" y="1590675"/>
            <a:ext cx="5029200" cy="2238379"/>
          </a:xfrm>
          <a:noFill/>
        </p:spPr>
        <p:txBody>
          <a:bodyPr lIns="91440" tIns="45720" rIns="91440">
            <a:noAutofit/>
          </a:bodyPr>
          <a:lstStyle>
            <a:lvl1pPr marL="0" indent="0">
              <a:lnSpc>
                <a:spcPct val="100000"/>
              </a:lnSpc>
              <a:spcBef>
                <a:spcPts val="1600"/>
              </a:spcBef>
              <a:buNone/>
              <a:defRPr sz="2800" b="0" i="0">
                <a:latin typeface="Times" pitchFamily="2" charset="0"/>
              </a:defRPr>
            </a:lvl1pPr>
          </a:lstStyle>
          <a:p>
            <a:pPr lvl="0"/>
            <a:r>
              <a:rPr lang="en-CA"/>
              <a:t>Click to add quote text</a:t>
            </a:r>
          </a:p>
        </p:txBody>
      </p:sp>
      <p:sp>
        <p:nvSpPr>
          <p:cNvPr id="18" name="Date Placeholder 3">
            <a:extLst>
              <a:ext uri="{FF2B5EF4-FFF2-40B4-BE49-F238E27FC236}">
                <a16:creationId xmlns:a16="http://schemas.microsoft.com/office/drawing/2014/main" id="{CD953424-7352-F14E-98DA-56EFE40B0553}"/>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CEBB640-AFD7-DC42-B000-990844F3B1D3}" type="datetime1">
              <a:rPr lang="en-CA" smtClean="0"/>
              <a:t>2026-09-15</a:t>
            </a:fld>
            <a:endParaRPr lang="en-CA"/>
          </a:p>
        </p:txBody>
      </p:sp>
      <p:sp>
        <p:nvSpPr>
          <p:cNvPr id="19" name="Footer Placeholder 4">
            <a:extLst>
              <a:ext uri="{FF2B5EF4-FFF2-40B4-BE49-F238E27FC236}">
                <a16:creationId xmlns:a16="http://schemas.microsoft.com/office/drawing/2014/main" id="{43657A8E-6A99-D24C-8885-D01CADD95493}"/>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20" name="Slide Number Placeholder 5">
            <a:extLst>
              <a:ext uri="{FF2B5EF4-FFF2-40B4-BE49-F238E27FC236}">
                <a16:creationId xmlns:a16="http://schemas.microsoft.com/office/drawing/2014/main" id="{775B80B7-B507-8145-8DBD-857CAFE74D8F}"/>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
        <p:nvSpPr>
          <p:cNvPr id="2" name="Picture Placeholder 2">
            <a:extLst>
              <a:ext uri="{FF2B5EF4-FFF2-40B4-BE49-F238E27FC236}">
                <a16:creationId xmlns:a16="http://schemas.microsoft.com/office/drawing/2014/main" id="{4DDF706C-4573-9996-5ED6-FEDA51AC8931}"/>
              </a:ext>
            </a:extLst>
          </p:cNvPr>
          <p:cNvSpPr>
            <a:spLocks noGrp="1" noChangeAspect="1"/>
          </p:cNvSpPr>
          <p:nvPr>
            <p:ph type="pic" sz="quarter" idx="13" hasCustomPrompt="1"/>
          </p:nvPr>
        </p:nvSpPr>
        <p:spPr>
          <a:xfrm>
            <a:off x="858156" y="4037279"/>
            <a:ext cx="914400" cy="9144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3" name="Text Placeholder 4">
            <a:extLst>
              <a:ext uri="{FF2B5EF4-FFF2-40B4-BE49-F238E27FC236}">
                <a16:creationId xmlns:a16="http://schemas.microsoft.com/office/drawing/2014/main" id="{E0C26230-5F42-82D9-7186-1C91C3F8C2FF}"/>
              </a:ext>
            </a:extLst>
          </p:cNvPr>
          <p:cNvSpPr>
            <a:spLocks noGrp="1"/>
          </p:cNvSpPr>
          <p:nvPr>
            <p:ph type="body" sz="quarter" idx="14" hasCustomPrompt="1"/>
          </p:nvPr>
        </p:nvSpPr>
        <p:spPr>
          <a:xfrm>
            <a:off x="1910080" y="4148722"/>
            <a:ext cx="3881120" cy="691515"/>
          </a:xfrm>
        </p:spPr>
        <p:txBody>
          <a:bodyPr>
            <a:no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Tree>
    <p:extLst>
      <p:ext uri="{BB962C8B-B14F-4D97-AF65-F5344CB8AC3E}">
        <p14:creationId xmlns:p14="http://schemas.microsoft.com/office/powerpoint/2010/main" val="1070790087"/>
      </p:ext>
    </p:extLst>
  </p:cSld>
  <p:clrMapOvr>
    <a:overrideClrMapping bg1="dk1" tx1="lt1" bg2="dk2" tx2="lt1" accent1="accent1" accent2="accent2" accent3="accent3" accent4="accent4" accent5="accent5" accent6="accent6" hlink="hlink" folHlink="folHlink"/>
  </p:clrMapOvr>
  <p:extLst>
    <p:ext uri="{DCECCB84-F9BA-43D5-87BE-67443E8EF086}">
      <p15:sldGuideLst xmlns:p15="http://schemas.microsoft.com/office/powerpoint/2012/main">
        <p15:guide id="1" pos="48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Quote - Photo, Dark Box">
    <p:bg>
      <p:bgPr>
        <a:solidFill>
          <a:schemeClr val="bg1">
            <a:lumMod val="50000"/>
            <a:lumOff val="50000"/>
          </a:schemeClr>
        </a:solidFill>
        <a:effectLst/>
      </p:bgPr>
    </p:bg>
    <p:spTree>
      <p:nvGrpSpPr>
        <p:cNvPr id="1" name=""/>
        <p:cNvGrpSpPr/>
        <p:nvPr/>
      </p:nvGrpSpPr>
      <p:grpSpPr>
        <a:xfrm>
          <a:off x="0" y="0"/>
          <a:ext cx="0" cy="0"/>
          <a:chOff x="0" y="0"/>
          <a:chExt cx="0" cy="0"/>
        </a:xfrm>
      </p:grpSpPr>
      <p:sp>
        <p:nvSpPr>
          <p:cNvPr id="14" name="Title 21">
            <a:extLst>
              <a:ext uri="{FF2B5EF4-FFF2-40B4-BE49-F238E27FC236}">
                <a16:creationId xmlns:a16="http://schemas.microsoft.com/office/drawing/2014/main" id="{42A0CCA8-0C1A-CE4E-8111-CB9CE02FC22A}"/>
              </a:ext>
            </a:extLst>
          </p:cNvPr>
          <p:cNvSpPr>
            <a:spLocks noGrp="1"/>
          </p:cNvSpPr>
          <p:nvPr>
            <p:ph type="title" hasCustomPrompt="1"/>
          </p:nvPr>
        </p:nvSpPr>
        <p:spPr>
          <a:xfrm>
            <a:off x="0" y="-527539"/>
            <a:ext cx="12192000" cy="513471"/>
          </a:xfrm>
        </p:spPr>
        <p:txBody>
          <a:bodyPr anchor="b">
            <a:noAutofit/>
          </a:bodyPr>
          <a:lstStyle>
            <a:lvl1pPr>
              <a:defRPr sz="1800">
                <a:solidFill>
                  <a:schemeClr val="bg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6" name="Picture Placeholder 5">
            <a:extLst>
              <a:ext uri="{FF2B5EF4-FFF2-40B4-BE49-F238E27FC236}">
                <a16:creationId xmlns:a16="http://schemas.microsoft.com/office/drawing/2014/main" id="{A2494D7B-7589-7748-8BD2-C2BA1C8C6546}"/>
              </a:ext>
            </a:extLst>
          </p:cNvPr>
          <p:cNvSpPr>
            <a:spLocks noGrp="1"/>
          </p:cNvSpPr>
          <p:nvPr>
            <p:ph type="pic" sz="quarter" idx="17"/>
          </p:nvPr>
        </p:nvSpPr>
        <p:spPr>
          <a:xfrm>
            <a:off x="0" y="0"/>
            <a:ext cx="12192000" cy="6858000"/>
          </a:xfrm>
        </p:spPr>
        <p:txBody>
          <a:bodyPr/>
          <a:lstStyle>
            <a:lvl1pPr marL="0" indent="0">
              <a:buNone/>
              <a:defRPr/>
            </a:lvl1pPr>
          </a:lstStyle>
          <a:p>
            <a:r>
              <a:rPr lang="en-US"/>
              <a:t>Click icon to add picture</a:t>
            </a:r>
          </a:p>
        </p:txBody>
      </p:sp>
      <p:sp>
        <p:nvSpPr>
          <p:cNvPr id="4" name="Text Placeholder 3">
            <a:extLst>
              <a:ext uri="{FF2B5EF4-FFF2-40B4-BE49-F238E27FC236}">
                <a16:creationId xmlns:a16="http://schemas.microsoft.com/office/drawing/2014/main" id="{ACBE36CE-0579-4F42-81E3-3A9D42CB63BE}"/>
              </a:ext>
            </a:extLst>
          </p:cNvPr>
          <p:cNvSpPr>
            <a:spLocks noGrp="1"/>
          </p:cNvSpPr>
          <p:nvPr>
            <p:ph type="body" sz="quarter" idx="16" hasCustomPrompt="1"/>
          </p:nvPr>
        </p:nvSpPr>
        <p:spPr>
          <a:xfrm>
            <a:off x="762000" y="1417637"/>
            <a:ext cx="4316412" cy="4022726"/>
          </a:xfrm>
          <a:solidFill>
            <a:schemeClr val="accent6">
              <a:alpha val="95000"/>
            </a:schemeClr>
          </a:solidFill>
          <a:ln w="0">
            <a:solidFill>
              <a:schemeClr val="bg1">
                <a:alpha val="0"/>
              </a:schemeClr>
            </a:solidFill>
          </a:ln>
        </p:spPr>
        <p:txBody>
          <a:bodyPr>
            <a:normAutofit/>
          </a:bodyPr>
          <a:lstStyle>
            <a:lvl1pPr marL="0" indent="0">
              <a:buNone/>
              <a:defRPr sz="100">
                <a:noFill/>
              </a:defRPr>
            </a:lvl1pPr>
            <a:lvl2pPr marL="457200" indent="0">
              <a:buNone/>
              <a:defRPr sz="100">
                <a:noFill/>
              </a:defRPr>
            </a:lvl2pPr>
            <a:lvl3pPr marL="914400" indent="0">
              <a:buNone/>
              <a:defRPr sz="100">
                <a:noFill/>
              </a:defRPr>
            </a:lvl3pPr>
            <a:lvl4pPr marL="1371600" indent="0">
              <a:buNone/>
              <a:defRPr sz="100">
                <a:noFill/>
              </a:defRPr>
            </a:lvl4pPr>
            <a:lvl5pPr marL="1828800" indent="0">
              <a:buNone/>
              <a:defRPr sz="100">
                <a:noFill/>
              </a:defRPr>
            </a:lvl5pPr>
          </a:lstStyle>
          <a:p>
            <a:pPr lvl="0"/>
            <a:r>
              <a:rPr lang="en-CA"/>
              <a:t> </a:t>
            </a:r>
          </a:p>
        </p:txBody>
      </p:sp>
      <p:sp>
        <p:nvSpPr>
          <p:cNvPr id="7" name="Picture Placeholder 2">
            <a:extLst>
              <a:ext uri="{FF2B5EF4-FFF2-40B4-BE49-F238E27FC236}">
                <a16:creationId xmlns:a16="http://schemas.microsoft.com/office/drawing/2014/main" id="{E107A325-34A1-A54C-B326-42F71C84FA67}"/>
              </a:ext>
            </a:extLst>
          </p:cNvPr>
          <p:cNvSpPr>
            <a:spLocks noGrp="1"/>
          </p:cNvSpPr>
          <p:nvPr>
            <p:ph type="pic" sz="quarter" idx="15" hasCustomPrompt="1"/>
          </p:nvPr>
        </p:nvSpPr>
        <p:spPr>
          <a:xfrm>
            <a:off x="1031866" y="1667452"/>
            <a:ext cx="635047" cy="429087"/>
          </a:xfrm>
        </p:spPr>
        <p:txBody>
          <a:bodyPr wrap="square" anchor="ctr">
            <a:noAutofit/>
          </a:bodyPr>
          <a:lstStyle>
            <a:lvl1pPr marL="0" indent="0">
              <a:buNone/>
              <a:defRPr sz="600"/>
            </a:lvl1pPr>
          </a:lstStyle>
          <a:p>
            <a:r>
              <a:rPr lang="en-CA"/>
              <a:t>Add quote graphic here</a:t>
            </a:r>
          </a:p>
        </p:txBody>
      </p:sp>
      <p:sp>
        <p:nvSpPr>
          <p:cNvPr id="8" name="Content Placeholder 2">
            <a:extLst>
              <a:ext uri="{FF2B5EF4-FFF2-40B4-BE49-F238E27FC236}">
                <a16:creationId xmlns:a16="http://schemas.microsoft.com/office/drawing/2014/main" id="{D972FBA6-36B1-C743-8424-97C9843B8894}"/>
              </a:ext>
            </a:extLst>
          </p:cNvPr>
          <p:cNvSpPr>
            <a:spLocks noGrp="1"/>
          </p:cNvSpPr>
          <p:nvPr>
            <p:ph type="body" idx="1" hasCustomPrompt="1"/>
          </p:nvPr>
        </p:nvSpPr>
        <p:spPr>
          <a:xfrm>
            <a:off x="925550" y="2157131"/>
            <a:ext cx="3795132" cy="2169987"/>
          </a:xfrm>
          <a:noFill/>
        </p:spPr>
        <p:txBody>
          <a:bodyPr lIns="91440" tIns="45720" rIns="91440">
            <a:no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11" name="Date Placeholder 3">
            <a:extLst>
              <a:ext uri="{FF2B5EF4-FFF2-40B4-BE49-F238E27FC236}">
                <a16:creationId xmlns:a16="http://schemas.microsoft.com/office/drawing/2014/main" id="{A997FCAD-E718-4F4A-95DC-568DC7D15150}"/>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8612DDD5-EE66-E446-8E65-0AD134A0D8FB}" type="datetime1">
              <a:rPr lang="en-CA" smtClean="0"/>
              <a:t>2026-09-15</a:t>
            </a:fld>
            <a:endParaRPr lang="en-CA"/>
          </a:p>
        </p:txBody>
      </p:sp>
      <p:sp>
        <p:nvSpPr>
          <p:cNvPr id="12" name="Footer Placeholder 4">
            <a:extLst>
              <a:ext uri="{FF2B5EF4-FFF2-40B4-BE49-F238E27FC236}">
                <a16:creationId xmlns:a16="http://schemas.microsoft.com/office/drawing/2014/main" id="{5A2C499F-AF7C-7745-A90D-D66D3088CC09}"/>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3" name="Slide Number Placeholder 5">
            <a:extLst>
              <a:ext uri="{FF2B5EF4-FFF2-40B4-BE49-F238E27FC236}">
                <a16:creationId xmlns:a16="http://schemas.microsoft.com/office/drawing/2014/main" id="{2797DF8F-A7DA-A649-B066-AF3F200344EE}"/>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
        <p:nvSpPr>
          <p:cNvPr id="10" name="Picture Placeholder 2">
            <a:extLst>
              <a:ext uri="{FF2B5EF4-FFF2-40B4-BE49-F238E27FC236}">
                <a16:creationId xmlns:a16="http://schemas.microsoft.com/office/drawing/2014/main" id="{E26E2E57-A0C2-B517-FBDC-D40B18F9D624}"/>
              </a:ext>
            </a:extLst>
          </p:cNvPr>
          <p:cNvSpPr>
            <a:spLocks noGrp="1" noChangeAspect="1"/>
          </p:cNvSpPr>
          <p:nvPr>
            <p:ph type="pic" sz="quarter" idx="13" hasCustomPrompt="1"/>
          </p:nvPr>
        </p:nvSpPr>
        <p:spPr>
          <a:xfrm>
            <a:off x="1012219" y="4369257"/>
            <a:ext cx="914400" cy="9144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6" name="Text Placeholder 4">
            <a:extLst>
              <a:ext uri="{FF2B5EF4-FFF2-40B4-BE49-F238E27FC236}">
                <a16:creationId xmlns:a16="http://schemas.microsoft.com/office/drawing/2014/main" id="{0308F3B3-41F3-3F87-059F-7A997D186687}"/>
              </a:ext>
            </a:extLst>
          </p:cNvPr>
          <p:cNvSpPr>
            <a:spLocks noGrp="1"/>
          </p:cNvSpPr>
          <p:nvPr>
            <p:ph type="body" sz="quarter" idx="14" hasCustomPrompt="1"/>
          </p:nvPr>
        </p:nvSpPr>
        <p:spPr>
          <a:xfrm>
            <a:off x="2052320" y="4592142"/>
            <a:ext cx="2735270" cy="691515"/>
          </a:xfrm>
        </p:spPr>
        <p:txBody>
          <a:bodyPr>
            <a:no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Tree>
    <p:extLst>
      <p:ext uri="{BB962C8B-B14F-4D97-AF65-F5344CB8AC3E}">
        <p14:creationId xmlns:p14="http://schemas.microsoft.com/office/powerpoint/2010/main" val="152437884"/>
      </p:ext>
    </p:extLst>
  </p:cSld>
  <p:clrMapOvr>
    <a:overrideClrMapping bg1="dk1" tx1="lt1" bg2="dk2" tx2="lt1" accent1="accent1" accent2="accent2" accent3="accent3" accent4="accent4" accent5="accent5" accent6="accent6" hlink="hlink" folHlink="folHlink"/>
  </p:clrMapOvr>
  <p:extLst>
    <p:ext uri="{DCECCB84-F9BA-43D5-87BE-67443E8EF086}">
      <p15:sldGuideLst xmlns:p15="http://schemas.microsoft.com/office/powerpoint/2012/main">
        <p15:guide id="1" pos="480" userDrawn="1">
          <p15:clr>
            <a:srgbClr val="FBAE40"/>
          </p15:clr>
        </p15:guide>
        <p15:guide id="2" pos="720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Quote - Photo, Light Box">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13" name="Title 21">
            <a:extLst>
              <a:ext uri="{FF2B5EF4-FFF2-40B4-BE49-F238E27FC236}">
                <a16:creationId xmlns:a16="http://schemas.microsoft.com/office/drawing/2014/main" id="{72B287F2-1F1D-7646-9577-24C43117812A}"/>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6" name="Picture Placeholder 5">
            <a:extLst>
              <a:ext uri="{FF2B5EF4-FFF2-40B4-BE49-F238E27FC236}">
                <a16:creationId xmlns:a16="http://schemas.microsoft.com/office/drawing/2014/main" id="{A2494D7B-7589-7748-8BD2-C2BA1C8C6546}"/>
              </a:ext>
            </a:extLst>
          </p:cNvPr>
          <p:cNvSpPr>
            <a:spLocks noGrp="1"/>
          </p:cNvSpPr>
          <p:nvPr>
            <p:ph type="pic" sz="quarter" idx="17"/>
          </p:nvPr>
        </p:nvSpPr>
        <p:spPr>
          <a:xfrm>
            <a:off x="0" y="0"/>
            <a:ext cx="12192000" cy="6858000"/>
          </a:xfrm>
        </p:spPr>
        <p:txBody>
          <a:bodyPr/>
          <a:lstStyle>
            <a:lvl1pPr marL="0" indent="0">
              <a:buNone/>
              <a:defRPr/>
            </a:lvl1pPr>
          </a:lstStyle>
          <a:p>
            <a:r>
              <a:rPr lang="en-US"/>
              <a:t>Click icon to add picture</a:t>
            </a:r>
          </a:p>
        </p:txBody>
      </p:sp>
      <p:sp>
        <p:nvSpPr>
          <p:cNvPr id="4" name="Text Placeholder 3">
            <a:extLst>
              <a:ext uri="{FF2B5EF4-FFF2-40B4-BE49-F238E27FC236}">
                <a16:creationId xmlns:a16="http://schemas.microsoft.com/office/drawing/2014/main" id="{ACBE36CE-0579-4F42-81E3-3A9D42CB63BE}"/>
              </a:ext>
            </a:extLst>
          </p:cNvPr>
          <p:cNvSpPr>
            <a:spLocks noGrp="1"/>
          </p:cNvSpPr>
          <p:nvPr>
            <p:ph type="body" sz="quarter" idx="16" hasCustomPrompt="1"/>
          </p:nvPr>
        </p:nvSpPr>
        <p:spPr>
          <a:xfrm>
            <a:off x="762000" y="1417637"/>
            <a:ext cx="4316412" cy="4022726"/>
          </a:xfrm>
          <a:solidFill>
            <a:schemeClr val="bg1"/>
          </a:solidFill>
          <a:ln w="0">
            <a:solidFill>
              <a:schemeClr val="bg1">
                <a:alpha val="0"/>
              </a:schemeClr>
            </a:solidFill>
          </a:ln>
        </p:spPr>
        <p:txBody>
          <a:bodyPr>
            <a:normAutofit/>
          </a:bodyPr>
          <a:lstStyle>
            <a:lvl1pPr marL="0" indent="0">
              <a:buNone/>
              <a:defRPr sz="100">
                <a:noFill/>
              </a:defRPr>
            </a:lvl1pPr>
            <a:lvl2pPr marL="457200" indent="0">
              <a:buNone/>
              <a:defRPr sz="100">
                <a:noFill/>
              </a:defRPr>
            </a:lvl2pPr>
            <a:lvl3pPr marL="914400" indent="0">
              <a:buNone/>
              <a:defRPr sz="100">
                <a:noFill/>
              </a:defRPr>
            </a:lvl3pPr>
            <a:lvl4pPr marL="1371600" indent="0">
              <a:buNone/>
              <a:defRPr sz="100">
                <a:noFill/>
              </a:defRPr>
            </a:lvl4pPr>
            <a:lvl5pPr marL="1828800" indent="0">
              <a:buNone/>
              <a:defRPr sz="100">
                <a:noFill/>
              </a:defRPr>
            </a:lvl5pPr>
          </a:lstStyle>
          <a:p>
            <a:pPr lvl="0"/>
            <a:r>
              <a:rPr lang="en-CA"/>
              <a:t> </a:t>
            </a:r>
          </a:p>
        </p:txBody>
      </p:sp>
      <p:sp>
        <p:nvSpPr>
          <p:cNvPr id="7" name="Picture Placeholder 2">
            <a:extLst>
              <a:ext uri="{FF2B5EF4-FFF2-40B4-BE49-F238E27FC236}">
                <a16:creationId xmlns:a16="http://schemas.microsoft.com/office/drawing/2014/main" id="{E107A325-34A1-A54C-B326-42F71C84FA67}"/>
              </a:ext>
            </a:extLst>
          </p:cNvPr>
          <p:cNvSpPr>
            <a:spLocks noGrp="1"/>
          </p:cNvSpPr>
          <p:nvPr>
            <p:ph type="pic" sz="quarter" idx="15" hasCustomPrompt="1"/>
          </p:nvPr>
        </p:nvSpPr>
        <p:spPr>
          <a:xfrm>
            <a:off x="1031866" y="1667452"/>
            <a:ext cx="635047" cy="429087"/>
          </a:xfrm>
        </p:spPr>
        <p:txBody>
          <a:bodyPr wrap="square" anchor="ctr">
            <a:noAutofit/>
          </a:bodyPr>
          <a:lstStyle>
            <a:lvl1pPr marL="0" indent="0">
              <a:buNone/>
              <a:defRPr sz="600"/>
            </a:lvl1pPr>
          </a:lstStyle>
          <a:p>
            <a:r>
              <a:rPr lang="en-CA"/>
              <a:t>Add quote graphic here</a:t>
            </a:r>
          </a:p>
        </p:txBody>
      </p:sp>
      <p:sp>
        <p:nvSpPr>
          <p:cNvPr id="10" name="Date Placeholder 3">
            <a:extLst>
              <a:ext uri="{FF2B5EF4-FFF2-40B4-BE49-F238E27FC236}">
                <a16:creationId xmlns:a16="http://schemas.microsoft.com/office/drawing/2014/main" id="{01684734-1509-7E44-A078-09DDA3D8EA07}"/>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AD898DEA-DA6B-EB46-8B23-14C37EE46E93}" type="datetime1">
              <a:rPr lang="en-CA" smtClean="0"/>
              <a:t>2026-09-15</a:t>
            </a:fld>
            <a:endParaRPr lang="en-CA"/>
          </a:p>
        </p:txBody>
      </p:sp>
      <p:sp>
        <p:nvSpPr>
          <p:cNvPr id="11" name="Footer Placeholder 4">
            <a:extLst>
              <a:ext uri="{FF2B5EF4-FFF2-40B4-BE49-F238E27FC236}">
                <a16:creationId xmlns:a16="http://schemas.microsoft.com/office/drawing/2014/main" id="{20B57C5F-48F9-BD4A-9AC2-9A26E10386D1}"/>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2" name="Slide Number Placeholder 5">
            <a:extLst>
              <a:ext uri="{FF2B5EF4-FFF2-40B4-BE49-F238E27FC236}">
                <a16:creationId xmlns:a16="http://schemas.microsoft.com/office/drawing/2014/main" id="{7F9E328D-9FE1-2D40-B5F2-401DF0D4BFAF}"/>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
        <p:nvSpPr>
          <p:cNvPr id="3" name="Content Placeholder 2">
            <a:extLst>
              <a:ext uri="{FF2B5EF4-FFF2-40B4-BE49-F238E27FC236}">
                <a16:creationId xmlns:a16="http://schemas.microsoft.com/office/drawing/2014/main" id="{C194768F-2272-7487-DDB5-22F9280DE9F2}"/>
              </a:ext>
            </a:extLst>
          </p:cNvPr>
          <p:cNvSpPr>
            <a:spLocks noGrp="1"/>
          </p:cNvSpPr>
          <p:nvPr>
            <p:ph type="body" idx="1" hasCustomPrompt="1"/>
          </p:nvPr>
        </p:nvSpPr>
        <p:spPr>
          <a:xfrm>
            <a:off x="925550" y="2157131"/>
            <a:ext cx="3795132" cy="2169987"/>
          </a:xfrm>
          <a:noFill/>
        </p:spPr>
        <p:txBody>
          <a:bodyPr lIns="91440" tIns="45720" rIns="91440">
            <a:no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17" name="Picture Placeholder 2">
            <a:extLst>
              <a:ext uri="{FF2B5EF4-FFF2-40B4-BE49-F238E27FC236}">
                <a16:creationId xmlns:a16="http://schemas.microsoft.com/office/drawing/2014/main" id="{D1273AC1-8ACC-0FD5-F000-4B3D2C4626EB}"/>
              </a:ext>
            </a:extLst>
          </p:cNvPr>
          <p:cNvSpPr>
            <a:spLocks noGrp="1" noChangeAspect="1"/>
          </p:cNvSpPr>
          <p:nvPr>
            <p:ph type="pic" sz="quarter" idx="13" hasCustomPrompt="1"/>
          </p:nvPr>
        </p:nvSpPr>
        <p:spPr>
          <a:xfrm>
            <a:off x="1012219" y="4369257"/>
            <a:ext cx="914400" cy="9144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6" name="Text Placeholder 4">
            <a:extLst>
              <a:ext uri="{FF2B5EF4-FFF2-40B4-BE49-F238E27FC236}">
                <a16:creationId xmlns:a16="http://schemas.microsoft.com/office/drawing/2014/main" id="{16E2F5E1-6B0E-07AC-3EA0-A7A885D3E414}"/>
              </a:ext>
            </a:extLst>
          </p:cNvPr>
          <p:cNvSpPr>
            <a:spLocks noGrp="1"/>
          </p:cNvSpPr>
          <p:nvPr>
            <p:ph type="body" sz="quarter" idx="14" hasCustomPrompt="1"/>
          </p:nvPr>
        </p:nvSpPr>
        <p:spPr>
          <a:xfrm>
            <a:off x="2052320" y="4592142"/>
            <a:ext cx="2735270" cy="691515"/>
          </a:xfrm>
        </p:spPr>
        <p:txBody>
          <a:bodyPr>
            <a:no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Tree>
    <p:extLst>
      <p:ext uri="{BB962C8B-B14F-4D97-AF65-F5344CB8AC3E}">
        <p14:creationId xmlns:p14="http://schemas.microsoft.com/office/powerpoint/2010/main" val="19925719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80" userDrawn="1">
          <p15:clr>
            <a:srgbClr val="FBAE40"/>
          </p15:clr>
        </p15:guide>
        <p15:guide id="2" pos="720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 Caret Centre">
    <p:spTree>
      <p:nvGrpSpPr>
        <p:cNvPr id="1" name=""/>
        <p:cNvGrpSpPr/>
        <p:nvPr/>
      </p:nvGrpSpPr>
      <p:grpSpPr>
        <a:xfrm>
          <a:off x="0" y="0"/>
          <a:ext cx="0" cy="0"/>
          <a:chOff x="0" y="0"/>
          <a:chExt cx="0" cy="0"/>
        </a:xfrm>
      </p:grpSpPr>
      <p:sp>
        <p:nvSpPr>
          <p:cNvPr id="13" name="Title 21">
            <a:extLst>
              <a:ext uri="{FF2B5EF4-FFF2-40B4-BE49-F238E27FC236}">
                <a16:creationId xmlns:a16="http://schemas.microsoft.com/office/drawing/2014/main" id="{96CB9824-D180-3B45-BCF0-C585AA3036DA}"/>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12" name="Content Placeholder 2">
            <a:extLst>
              <a:ext uri="{FF2B5EF4-FFF2-40B4-BE49-F238E27FC236}">
                <a16:creationId xmlns:a16="http://schemas.microsoft.com/office/drawing/2014/main" id="{21C89225-E2D1-5B44-B072-A7ABD14D52F0}"/>
              </a:ext>
            </a:extLst>
          </p:cNvPr>
          <p:cNvSpPr>
            <a:spLocks noGrp="1"/>
          </p:cNvSpPr>
          <p:nvPr>
            <p:ph type="body" idx="1" hasCustomPrompt="1"/>
          </p:nvPr>
        </p:nvSpPr>
        <p:spPr>
          <a:xfrm>
            <a:off x="2540908" y="1628775"/>
            <a:ext cx="7110184" cy="2386283"/>
          </a:xfrm>
        </p:spPr>
        <p:txBody>
          <a:bodyPr anchor="ctr" anchorCtr="0">
            <a:noAutofit/>
          </a:bodyPr>
          <a:lstStyle>
            <a:lvl1pPr marL="0" indent="0" algn="ctr">
              <a:lnSpc>
                <a:spcPct val="100000"/>
              </a:lnSpc>
              <a:spcBef>
                <a:spcPts val="1600"/>
              </a:spcBef>
              <a:buNone/>
              <a:defRPr sz="2200" b="0" i="0">
                <a:latin typeface="Times" pitchFamily="2" charset="0"/>
              </a:defRPr>
            </a:lvl1pPr>
          </a:lstStyle>
          <a:p>
            <a:pPr lvl="0"/>
            <a:r>
              <a:rPr lang="en-CA"/>
              <a:t>Click to add quote text</a:t>
            </a:r>
          </a:p>
        </p:txBody>
      </p:sp>
      <p:sp>
        <p:nvSpPr>
          <p:cNvPr id="3" name="Picture Placeholder 2">
            <a:extLst>
              <a:ext uri="{FF2B5EF4-FFF2-40B4-BE49-F238E27FC236}">
                <a16:creationId xmlns:a16="http://schemas.microsoft.com/office/drawing/2014/main" id="{D997E6A2-C6E8-454B-9B1F-479B38514FDF}"/>
              </a:ext>
            </a:extLst>
          </p:cNvPr>
          <p:cNvSpPr>
            <a:spLocks noGrp="1" noChangeAspect="1"/>
          </p:cNvSpPr>
          <p:nvPr>
            <p:ph type="pic" sz="quarter" idx="13" hasCustomPrompt="1"/>
          </p:nvPr>
        </p:nvSpPr>
        <p:spPr>
          <a:xfrm>
            <a:off x="5638800" y="4089059"/>
            <a:ext cx="914400" cy="9144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5" name="Text Placeholder 4">
            <a:extLst>
              <a:ext uri="{FF2B5EF4-FFF2-40B4-BE49-F238E27FC236}">
                <a16:creationId xmlns:a16="http://schemas.microsoft.com/office/drawing/2014/main" id="{383D3051-3807-524C-BA10-05C263A690AC}"/>
              </a:ext>
            </a:extLst>
          </p:cNvPr>
          <p:cNvSpPr>
            <a:spLocks noGrp="1"/>
          </p:cNvSpPr>
          <p:nvPr>
            <p:ph type="body" sz="quarter" idx="14" hasCustomPrompt="1"/>
          </p:nvPr>
        </p:nvSpPr>
        <p:spPr>
          <a:xfrm>
            <a:off x="2540908" y="5077460"/>
            <a:ext cx="7110184" cy="691515"/>
          </a:xfrm>
        </p:spPr>
        <p:txBody>
          <a:bodyPr>
            <a:noAutofit/>
          </a:bodyPr>
          <a:lstStyle>
            <a:lvl1pPr marL="0" indent="0" algn="ctr">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CD907DBB-F883-8744-8E5B-DAD1898CEB39}"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pic>
        <p:nvPicPr>
          <p:cNvPr id="2" name="Graphic 1">
            <a:extLst>
              <a:ext uri="{FF2B5EF4-FFF2-40B4-BE49-F238E27FC236}">
                <a16:creationId xmlns:a16="http://schemas.microsoft.com/office/drawing/2014/main" id="{A0C0A9DF-795D-F579-25A3-1EA41E38CF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661033" y="409262"/>
            <a:ext cx="869935" cy="434968"/>
          </a:xfrm>
          <a:prstGeom prst="rect">
            <a:avLst/>
          </a:prstGeom>
        </p:spPr>
      </p:pic>
    </p:spTree>
    <p:extLst>
      <p:ext uri="{BB962C8B-B14F-4D97-AF65-F5344CB8AC3E}">
        <p14:creationId xmlns:p14="http://schemas.microsoft.com/office/powerpoint/2010/main" val="141460027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 Caret Outline">
    <p:spTree>
      <p:nvGrpSpPr>
        <p:cNvPr id="1" name=""/>
        <p:cNvGrpSpPr/>
        <p:nvPr/>
      </p:nvGrpSpPr>
      <p:grpSpPr>
        <a:xfrm>
          <a:off x="0" y="0"/>
          <a:ext cx="0" cy="0"/>
          <a:chOff x="0" y="0"/>
          <a:chExt cx="0" cy="0"/>
        </a:xfrm>
      </p:grpSpPr>
      <p:sp>
        <p:nvSpPr>
          <p:cNvPr id="18" name="Title 21">
            <a:extLst>
              <a:ext uri="{FF2B5EF4-FFF2-40B4-BE49-F238E27FC236}">
                <a16:creationId xmlns:a16="http://schemas.microsoft.com/office/drawing/2014/main" id="{18DB0B79-3686-D644-A3EF-C076F083A46B}"/>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pic>
        <p:nvPicPr>
          <p:cNvPr id="13" name="Picture 12">
            <a:extLst>
              <a:ext uri="{FF2B5EF4-FFF2-40B4-BE49-F238E27FC236}">
                <a16:creationId xmlns:a16="http://schemas.microsoft.com/office/drawing/2014/main" id="{6504C069-273A-4F44-998A-E47B4AD126E9}"/>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a:ext>
            </a:extLst>
          </a:blip>
          <a:srcRect l="1820" t="-3413" r="29666" b="7896"/>
          <a:stretch/>
        </p:blipFill>
        <p:spPr>
          <a:xfrm>
            <a:off x="3948051" y="1111346"/>
            <a:ext cx="8243949" cy="5746654"/>
          </a:xfrm>
          <a:prstGeom prst="rect">
            <a:avLst/>
          </a:prstGeom>
        </p:spPr>
      </p:pic>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F0BBA188-7DE9-E74A-A729-F4947148E915}"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
        <p:nvSpPr>
          <p:cNvPr id="14" name="Picture Placeholder 2">
            <a:extLst>
              <a:ext uri="{FF2B5EF4-FFF2-40B4-BE49-F238E27FC236}">
                <a16:creationId xmlns:a16="http://schemas.microsoft.com/office/drawing/2014/main" id="{0E6DD0F2-DAD6-B143-B424-A51285AB6EA0}"/>
              </a:ext>
            </a:extLst>
          </p:cNvPr>
          <p:cNvSpPr>
            <a:spLocks noGrp="1"/>
          </p:cNvSpPr>
          <p:nvPr>
            <p:ph type="pic" sz="quarter" idx="15" hasCustomPrompt="1"/>
          </p:nvPr>
        </p:nvSpPr>
        <p:spPr>
          <a:xfrm>
            <a:off x="868316" y="1056391"/>
            <a:ext cx="635047" cy="429087"/>
          </a:xfrm>
        </p:spPr>
        <p:txBody>
          <a:bodyPr wrap="square" anchor="ctr">
            <a:noAutofit/>
          </a:bodyPr>
          <a:lstStyle>
            <a:lvl1pPr marL="0" indent="0">
              <a:buNone/>
              <a:defRPr sz="600"/>
            </a:lvl1pPr>
          </a:lstStyle>
          <a:p>
            <a:r>
              <a:rPr lang="en-CA"/>
              <a:t>Add quote graphic here</a:t>
            </a:r>
          </a:p>
        </p:txBody>
      </p:sp>
      <p:sp>
        <p:nvSpPr>
          <p:cNvPr id="15" name="Content Placeholder 2">
            <a:extLst>
              <a:ext uri="{FF2B5EF4-FFF2-40B4-BE49-F238E27FC236}">
                <a16:creationId xmlns:a16="http://schemas.microsoft.com/office/drawing/2014/main" id="{3B85C700-D09B-1341-9627-A8A0D1B7AE67}"/>
              </a:ext>
            </a:extLst>
          </p:cNvPr>
          <p:cNvSpPr>
            <a:spLocks noGrp="1"/>
          </p:cNvSpPr>
          <p:nvPr>
            <p:ph type="body" idx="1" hasCustomPrompt="1"/>
          </p:nvPr>
        </p:nvSpPr>
        <p:spPr>
          <a:xfrm>
            <a:off x="762000" y="1590675"/>
            <a:ext cx="5029200" cy="2238379"/>
          </a:xfrm>
          <a:noFill/>
        </p:spPr>
        <p:txBody>
          <a:bodyPr lIns="91440" tIns="45720" rIns="91440">
            <a:no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3" name="Picture Placeholder 2">
            <a:extLst>
              <a:ext uri="{FF2B5EF4-FFF2-40B4-BE49-F238E27FC236}">
                <a16:creationId xmlns:a16="http://schemas.microsoft.com/office/drawing/2014/main" id="{1CA4D473-F9F0-919B-D4DD-FFB43DEAFB8E}"/>
              </a:ext>
            </a:extLst>
          </p:cNvPr>
          <p:cNvSpPr>
            <a:spLocks noGrp="1" noChangeAspect="1"/>
          </p:cNvSpPr>
          <p:nvPr>
            <p:ph type="pic" sz="quarter" idx="13" hasCustomPrompt="1"/>
          </p:nvPr>
        </p:nvSpPr>
        <p:spPr>
          <a:xfrm>
            <a:off x="858156" y="4037279"/>
            <a:ext cx="914400" cy="9144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17" name="Text Placeholder 4">
            <a:extLst>
              <a:ext uri="{FF2B5EF4-FFF2-40B4-BE49-F238E27FC236}">
                <a16:creationId xmlns:a16="http://schemas.microsoft.com/office/drawing/2014/main" id="{A244E745-CA21-514D-B1CC-FBD53E0600B5}"/>
              </a:ext>
            </a:extLst>
          </p:cNvPr>
          <p:cNvSpPr>
            <a:spLocks noGrp="1"/>
          </p:cNvSpPr>
          <p:nvPr>
            <p:ph type="body" sz="quarter" idx="14" hasCustomPrompt="1"/>
          </p:nvPr>
        </p:nvSpPr>
        <p:spPr>
          <a:xfrm>
            <a:off x="1910080" y="4148722"/>
            <a:ext cx="3881120" cy="691515"/>
          </a:xfrm>
        </p:spPr>
        <p:txBody>
          <a:bodyPr>
            <a:no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Tree>
    <p:extLst>
      <p:ext uri="{BB962C8B-B14F-4D97-AF65-F5344CB8AC3E}">
        <p14:creationId xmlns:p14="http://schemas.microsoft.com/office/powerpoint/2010/main" val="3477410798"/>
      </p:ext>
    </p:extLst>
  </p:cSld>
  <p:clrMapOvr>
    <a:masterClrMapping/>
  </p:clrMapOvr>
  <p:extLst>
    <p:ext uri="{DCECCB84-F9BA-43D5-87BE-67443E8EF086}">
      <p15:sldGuideLst xmlns:p15="http://schemas.microsoft.com/office/powerpoint/2012/main">
        <p15:guide id="3" pos="48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 Caret Solid">
    <p:spTree>
      <p:nvGrpSpPr>
        <p:cNvPr id="1" name=""/>
        <p:cNvGrpSpPr/>
        <p:nvPr/>
      </p:nvGrpSpPr>
      <p:grpSpPr>
        <a:xfrm>
          <a:off x="0" y="0"/>
          <a:ext cx="0" cy="0"/>
          <a:chOff x="0" y="0"/>
          <a:chExt cx="0" cy="0"/>
        </a:xfrm>
      </p:grpSpPr>
      <p:sp>
        <p:nvSpPr>
          <p:cNvPr id="20" name="Title 21">
            <a:extLst>
              <a:ext uri="{FF2B5EF4-FFF2-40B4-BE49-F238E27FC236}">
                <a16:creationId xmlns:a16="http://schemas.microsoft.com/office/drawing/2014/main" id="{76B63AED-8803-184C-884D-1CBBBC81E2A2}"/>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pic>
        <p:nvPicPr>
          <p:cNvPr id="13" name="Picture 12">
            <a:extLst>
              <a:ext uri="{FF2B5EF4-FFF2-40B4-BE49-F238E27FC236}">
                <a16:creationId xmlns:a16="http://schemas.microsoft.com/office/drawing/2014/main" id="{F96D9D7E-EB46-9841-B85B-B38EFB95E948}"/>
              </a:ext>
            </a:extLst>
          </p:cNvPr>
          <p:cNvPicPr>
            <a:picLocks noChangeAspect="1"/>
          </p:cNvPicPr>
          <p:nvPr userDrawn="1"/>
        </p:nvPicPr>
        <p:blipFill rotWithShape="1">
          <a:blip r:embed="rId2" cstate="print">
            <a:alphaModFix amt="39000"/>
            <a:extLst>
              <a:ext uri="{28A0092B-C50C-407E-A947-70E740481C1C}">
                <a14:useLocalDpi xmlns:a14="http://schemas.microsoft.com/office/drawing/2010/main"/>
              </a:ext>
            </a:extLst>
          </a:blip>
          <a:srcRect l="-3644" t="-25966" r="27535" b="151"/>
          <a:stretch/>
        </p:blipFill>
        <p:spPr>
          <a:xfrm>
            <a:off x="3894820" y="0"/>
            <a:ext cx="8297180" cy="6858000"/>
          </a:xfrm>
          <a:prstGeom prst="rect">
            <a:avLst/>
          </a:prstGeom>
        </p:spPr>
      </p:pic>
      <p:sp>
        <p:nvSpPr>
          <p:cNvPr id="12" name="Picture Placeholder 2">
            <a:extLst>
              <a:ext uri="{FF2B5EF4-FFF2-40B4-BE49-F238E27FC236}">
                <a16:creationId xmlns:a16="http://schemas.microsoft.com/office/drawing/2014/main" id="{D3697183-5994-924B-B7EB-809F7D7CED19}"/>
              </a:ext>
            </a:extLst>
          </p:cNvPr>
          <p:cNvSpPr>
            <a:spLocks noGrp="1"/>
          </p:cNvSpPr>
          <p:nvPr>
            <p:ph type="pic" sz="quarter" idx="15" hasCustomPrompt="1"/>
          </p:nvPr>
        </p:nvSpPr>
        <p:spPr>
          <a:xfrm>
            <a:off x="868316" y="1056391"/>
            <a:ext cx="635047" cy="429087"/>
          </a:xfrm>
        </p:spPr>
        <p:txBody>
          <a:bodyPr wrap="square" anchor="ctr">
            <a:noAutofit/>
          </a:bodyPr>
          <a:lstStyle>
            <a:lvl1pPr marL="0" indent="0">
              <a:buNone/>
              <a:defRPr sz="600"/>
            </a:lvl1pPr>
          </a:lstStyle>
          <a:p>
            <a:r>
              <a:rPr lang="en-CA"/>
              <a:t>Add quote graphic here</a:t>
            </a:r>
          </a:p>
        </p:txBody>
      </p:sp>
      <p:sp>
        <p:nvSpPr>
          <p:cNvPr id="14" name="Content Placeholder 2">
            <a:extLst>
              <a:ext uri="{FF2B5EF4-FFF2-40B4-BE49-F238E27FC236}">
                <a16:creationId xmlns:a16="http://schemas.microsoft.com/office/drawing/2014/main" id="{DA1902DA-7050-A846-BADD-F38E153E793A}"/>
              </a:ext>
            </a:extLst>
          </p:cNvPr>
          <p:cNvSpPr>
            <a:spLocks noGrp="1"/>
          </p:cNvSpPr>
          <p:nvPr>
            <p:ph type="body" idx="1" hasCustomPrompt="1"/>
          </p:nvPr>
        </p:nvSpPr>
        <p:spPr>
          <a:xfrm>
            <a:off x="762000" y="1590675"/>
            <a:ext cx="5029200" cy="2238379"/>
          </a:xfrm>
          <a:noFill/>
        </p:spPr>
        <p:txBody>
          <a:bodyPr lIns="91440" tIns="45720" rIns="91440">
            <a:noAutofit/>
          </a:bodyPr>
          <a:lstStyle>
            <a:lvl1pPr marL="0" indent="0">
              <a:lnSpc>
                <a:spcPct val="100000"/>
              </a:lnSpc>
              <a:spcBef>
                <a:spcPts val="1600"/>
              </a:spcBef>
              <a:buNone/>
              <a:defRPr sz="2200" b="0" i="0">
                <a:latin typeface="Times" pitchFamily="2" charset="0"/>
              </a:defRPr>
            </a:lvl1pPr>
          </a:lstStyle>
          <a:p>
            <a:pPr lvl="0"/>
            <a:r>
              <a:rPr lang="en-CA"/>
              <a:t>Click to add quote text</a:t>
            </a:r>
          </a:p>
        </p:txBody>
      </p:sp>
      <p:sp>
        <p:nvSpPr>
          <p:cNvPr id="2" name="Picture Placeholder 2">
            <a:extLst>
              <a:ext uri="{FF2B5EF4-FFF2-40B4-BE49-F238E27FC236}">
                <a16:creationId xmlns:a16="http://schemas.microsoft.com/office/drawing/2014/main" id="{9B65A7A0-E06C-8B0E-9CD3-0BFF7AFC9AEF}"/>
              </a:ext>
            </a:extLst>
          </p:cNvPr>
          <p:cNvSpPr>
            <a:spLocks noGrp="1" noChangeAspect="1"/>
          </p:cNvSpPr>
          <p:nvPr>
            <p:ph type="pic" sz="quarter" idx="13" hasCustomPrompt="1"/>
          </p:nvPr>
        </p:nvSpPr>
        <p:spPr>
          <a:xfrm>
            <a:off x="858156" y="4037279"/>
            <a:ext cx="914400" cy="914400"/>
          </a:xfrm>
          <a:prstGeom prst="ellipse">
            <a:avLst/>
          </a:prstGeom>
        </p:spPr>
        <p:txBody>
          <a:bodyPr lIns="0" tIns="0" rIns="0" bIns="0" anchor="ctr" anchorCtr="0">
            <a:normAutofit/>
          </a:bodyPr>
          <a:lstStyle>
            <a:lvl1pPr marL="0" indent="0" algn="ctr">
              <a:buNone/>
              <a:defRPr sz="900"/>
            </a:lvl1pPr>
          </a:lstStyle>
          <a:p>
            <a:r>
              <a:rPr lang="en-CA"/>
              <a:t>Add headshot here</a:t>
            </a:r>
          </a:p>
        </p:txBody>
      </p:sp>
      <p:sp>
        <p:nvSpPr>
          <p:cNvPr id="3" name="Text Placeholder 4">
            <a:extLst>
              <a:ext uri="{FF2B5EF4-FFF2-40B4-BE49-F238E27FC236}">
                <a16:creationId xmlns:a16="http://schemas.microsoft.com/office/drawing/2014/main" id="{B66FDDDC-F2FF-C6B0-5DC6-5FC03D9CE0CE}"/>
              </a:ext>
            </a:extLst>
          </p:cNvPr>
          <p:cNvSpPr>
            <a:spLocks noGrp="1"/>
          </p:cNvSpPr>
          <p:nvPr>
            <p:ph type="body" sz="quarter" idx="14" hasCustomPrompt="1"/>
          </p:nvPr>
        </p:nvSpPr>
        <p:spPr>
          <a:xfrm>
            <a:off x="1910080" y="4148722"/>
            <a:ext cx="3881120" cy="691515"/>
          </a:xfrm>
        </p:spPr>
        <p:txBody>
          <a:bodyPr>
            <a:noAutofit/>
          </a:bodyPr>
          <a:lstStyle>
            <a:lvl1pPr marL="0" indent="0">
              <a:spcBef>
                <a:spcPts val="0"/>
              </a:spcBef>
              <a:buNone/>
              <a:defRPr sz="1200" b="0"/>
            </a:lvl1pPr>
            <a:lvl2pPr marL="6350" indent="0">
              <a:spcBef>
                <a:spcPts val="0"/>
              </a:spcBef>
              <a:buNone/>
              <a:tabLst/>
              <a:defRPr sz="1200"/>
            </a:lvl2pPr>
          </a:lstStyle>
          <a:p>
            <a:pPr lvl="0"/>
            <a:r>
              <a:rPr lang="en-CA"/>
              <a:t>First Name Last Name</a:t>
            </a:r>
            <a:br>
              <a:rPr lang="en-CA"/>
            </a:br>
            <a:r>
              <a:rPr lang="en-CA"/>
              <a:t>Title</a:t>
            </a:r>
          </a:p>
        </p:txBody>
      </p:sp>
      <p:sp>
        <p:nvSpPr>
          <p:cNvPr id="9" name="Date Placeholder 8">
            <a:extLst>
              <a:ext uri="{FF2B5EF4-FFF2-40B4-BE49-F238E27FC236}">
                <a16:creationId xmlns:a16="http://schemas.microsoft.com/office/drawing/2014/main" id="{ED3ADAE4-81A6-A640-8EA4-DDF893E803D9}"/>
              </a:ext>
            </a:extLst>
          </p:cNvPr>
          <p:cNvSpPr>
            <a:spLocks noGrp="1"/>
          </p:cNvSpPr>
          <p:nvPr>
            <p:ph type="dt" sz="half" idx="10"/>
          </p:nvPr>
        </p:nvSpPr>
        <p:spPr/>
        <p:txBody>
          <a:bodyPr/>
          <a:lstStyle/>
          <a:p>
            <a:fld id="{4FE2773E-DFB3-194C-AE32-75EF3CE7EC69}" type="datetime1">
              <a:rPr lang="en-CA" smtClean="0"/>
              <a:t>2026-09-15</a:t>
            </a:fld>
            <a:endParaRPr lang="en-CA"/>
          </a:p>
        </p:txBody>
      </p:sp>
      <p:sp>
        <p:nvSpPr>
          <p:cNvPr id="10" name="Footer Placeholder 9">
            <a:extLst>
              <a:ext uri="{FF2B5EF4-FFF2-40B4-BE49-F238E27FC236}">
                <a16:creationId xmlns:a16="http://schemas.microsoft.com/office/drawing/2014/main" id="{A6289A60-ECF2-FD44-8635-5921A726EA7E}"/>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5447FBC3-6822-5941-AB52-58311291D9B3}"/>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3326028820"/>
      </p:ext>
    </p:extLst>
  </p:cSld>
  <p:clrMapOvr>
    <a:masterClrMapping/>
  </p:clrMapOvr>
  <p:extLst>
    <p:ext uri="{DCECCB84-F9BA-43D5-87BE-67443E8EF086}">
      <p15:sldGuideLst xmlns:p15="http://schemas.microsoft.com/office/powerpoint/2012/main">
        <p15:guide id="2" pos="4203">
          <p15:clr>
            <a:srgbClr val="FBAE40"/>
          </p15:clr>
        </p15:guide>
        <p15:guide id="3" pos="48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3-Picture Gr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AB39C-01F5-B242-8776-B26D354AA1AE}"/>
              </a:ext>
            </a:extLst>
          </p:cNvPr>
          <p:cNvSpPr>
            <a:spLocks noGrp="1"/>
          </p:cNvSpPr>
          <p:nvPr>
            <p:ph type="title"/>
          </p:nvPr>
        </p:nvSpPr>
        <p:spPr/>
        <p:txBody>
          <a:bodyPr/>
          <a:lstStyle/>
          <a:p>
            <a:r>
              <a:rPr lang="en-US"/>
              <a:t>Click to edit Master title style</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381001" y="1592265"/>
            <a:ext cx="6975474" cy="4905736"/>
          </a:xfrm>
        </p:spPr>
        <p:txBody>
          <a:bodyPr/>
          <a:lstStyle>
            <a:lvl1pPr marL="0" indent="0">
              <a:buNone/>
              <a:defRPr/>
            </a:lvl1pPr>
          </a:lstStyle>
          <a:p>
            <a:r>
              <a:rPr lang="en-US"/>
              <a:t>Click icon to add picture</a:t>
            </a:r>
            <a:endParaRPr lang="en-CA"/>
          </a:p>
        </p:txBody>
      </p:sp>
      <p:sp>
        <p:nvSpPr>
          <p:cNvPr id="13" name="Picture Placeholder 2">
            <a:extLst>
              <a:ext uri="{FF2B5EF4-FFF2-40B4-BE49-F238E27FC236}">
                <a16:creationId xmlns:a16="http://schemas.microsoft.com/office/drawing/2014/main" id="{D9138B82-0DB9-8A4F-B70E-D4F5116B8A98}"/>
              </a:ext>
            </a:extLst>
          </p:cNvPr>
          <p:cNvSpPr>
            <a:spLocks noGrp="1"/>
          </p:cNvSpPr>
          <p:nvPr>
            <p:ph type="pic" sz="quarter" idx="16"/>
          </p:nvPr>
        </p:nvSpPr>
        <p:spPr>
          <a:xfrm>
            <a:off x="7493961" y="1592264"/>
            <a:ext cx="4317038" cy="2384124"/>
          </a:xfrm>
        </p:spPr>
        <p:txBody>
          <a:bodyPr/>
          <a:lstStyle>
            <a:lvl1pPr marL="0" indent="0">
              <a:buNone/>
              <a:defRPr/>
            </a:lvl1pPr>
          </a:lstStyle>
          <a:p>
            <a:r>
              <a:rPr lang="en-US"/>
              <a:t>Click icon to add picture</a:t>
            </a:r>
            <a:endParaRPr lang="en-CA"/>
          </a:p>
        </p:txBody>
      </p:sp>
      <p:sp>
        <p:nvSpPr>
          <p:cNvPr id="8" name="Picture Placeholder 2">
            <a:extLst>
              <a:ext uri="{FF2B5EF4-FFF2-40B4-BE49-F238E27FC236}">
                <a16:creationId xmlns:a16="http://schemas.microsoft.com/office/drawing/2014/main" id="{08E55715-D9F0-EE4C-85D2-85080921B5A5}"/>
              </a:ext>
            </a:extLst>
          </p:cNvPr>
          <p:cNvSpPr>
            <a:spLocks noGrp="1"/>
          </p:cNvSpPr>
          <p:nvPr>
            <p:ph type="pic" sz="quarter" idx="17"/>
          </p:nvPr>
        </p:nvSpPr>
        <p:spPr>
          <a:xfrm>
            <a:off x="7493961" y="4113874"/>
            <a:ext cx="4317039" cy="2384124"/>
          </a:xfrm>
        </p:spPr>
        <p:txBody>
          <a:bodyPr/>
          <a:lstStyle>
            <a:lvl1pPr marL="0" indent="0">
              <a:buNone/>
              <a:defRPr/>
            </a:lvl1pPr>
          </a:lstStyle>
          <a:p>
            <a:r>
              <a:rPr lang="en-US"/>
              <a:t>Click icon to add picture</a:t>
            </a:r>
            <a:endParaRPr lang="en-CA"/>
          </a:p>
        </p:txBody>
      </p:sp>
      <p:sp>
        <p:nvSpPr>
          <p:cNvPr id="6" name="Date Placeholder 3">
            <a:extLst>
              <a:ext uri="{FF2B5EF4-FFF2-40B4-BE49-F238E27FC236}">
                <a16:creationId xmlns:a16="http://schemas.microsoft.com/office/drawing/2014/main" id="{FD96FF29-7A2B-A842-910A-2007CA0FEA3D}"/>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030FDA0-50E0-2247-AC06-2013F33A34DB}" type="datetime1">
              <a:rPr lang="en-CA" smtClean="0"/>
              <a:t>2026-09-15</a:t>
            </a:fld>
            <a:endParaRPr lang="en-CA"/>
          </a:p>
        </p:txBody>
      </p:sp>
      <p:sp>
        <p:nvSpPr>
          <p:cNvPr id="7" name="Footer Placeholder 4">
            <a:extLst>
              <a:ext uri="{FF2B5EF4-FFF2-40B4-BE49-F238E27FC236}">
                <a16:creationId xmlns:a16="http://schemas.microsoft.com/office/drawing/2014/main" id="{2EC2A6CF-F397-3D4E-868F-EF8632650B34}"/>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9" name="Slide Number Placeholder 5">
            <a:extLst>
              <a:ext uri="{FF2B5EF4-FFF2-40B4-BE49-F238E27FC236}">
                <a16:creationId xmlns:a16="http://schemas.microsoft.com/office/drawing/2014/main" id="{96332AEE-00D5-7C49-84EF-F5A63120F76B}"/>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814798225"/>
      </p:ext>
    </p:extLst>
  </p:cSld>
  <p:clrMapOvr>
    <a:masterClrMapping/>
  </p:clrMapOvr>
  <p:extLst>
    <p:ext uri="{DCECCB84-F9BA-43D5-87BE-67443E8EF086}">
      <p15:sldGuideLst xmlns:p15="http://schemas.microsoft.com/office/powerpoint/2012/main">
        <p15:guide id="2" pos="74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4-Picture Grid (Portra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1C1072-704A-AB49-AB68-80090BDD75E7}"/>
              </a:ext>
            </a:extLst>
          </p:cNvPr>
          <p:cNvSpPr>
            <a:spLocks noGrp="1"/>
          </p:cNvSpPr>
          <p:nvPr>
            <p:ph type="title"/>
          </p:nvPr>
        </p:nvSpPr>
        <p:spPr/>
        <p:txBody>
          <a:bodyPr/>
          <a:lstStyle/>
          <a:p>
            <a:r>
              <a:rPr lang="en-US"/>
              <a:t>Click to edit Master title style</a:t>
            </a:r>
            <a:endParaRPr lang="en-CA"/>
          </a:p>
        </p:txBody>
      </p:sp>
      <p:sp>
        <p:nvSpPr>
          <p:cNvPr id="9" name="Picture Placeholder 8">
            <a:extLst>
              <a:ext uri="{FF2B5EF4-FFF2-40B4-BE49-F238E27FC236}">
                <a16:creationId xmlns:a16="http://schemas.microsoft.com/office/drawing/2014/main" id="{0BAEDB00-7364-074D-B301-A8475A77F07A}"/>
              </a:ext>
            </a:extLst>
          </p:cNvPr>
          <p:cNvSpPr>
            <a:spLocks noGrp="1"/>
          </p:cNvSpPr>
          <p:nvPr>
            <p:ph type="pic" sz="quarter" idx="13"/>
          </p:nvPr>
        </p:nvSpPr>
        <p:spPr>
          <a:xfrm>
            <a:off x="381000" y="1592263"/>
            <a:ext cx="5646173" cy="4897437"/>
          </a:xfrm>
        </p:spPr>
        <p:txBody>
          <a:bodyPr/>
          <a:lstStyle>
            <a:lvl1pPr marL="0" indent="0">
              <a:buNone/>
              <a:defRPr/>
            </a:lvl1pPr>
          </a:lstStyle>
          <a:p>
            <a:r>
              <a:rPr lang="en-US"/>
              <a:t>Click icon to add picture</a:t>
            </a:r>
            <a:endParaRPr lang="en-CA"/>
          </a:p>
        </p:txBody>
      </p:sp>
      <p:sp>
        <p:nvSpPr>
          <p:cNvPr id="12" name="Picture Placeholder 8">
            <a:extLst>
              <a:ext uri="{FF2B5EF4-FFF2-40B4-BE49-F238E27FC236}">
                <a16:creationId xmlns:a16="http://schemas.microsoft.com/office/drawing/2014/main" id="{1621877D-F0F4-D54D-8A66-86E3F38BD733}"/>
              </a:ext>
            </a:extLst>
          </p:cNvPr>
          <p:cNvSpPr>
            <a:spLocks noGrp="1"/>
          </p:cNvSpPr>
          <p:nvPr>
            <p:ph type="pic" sz="quarter" idx="14"/>
          </p:nvPr>
        </p:nvSpPr>
        <p:spPr>
          <a:xfrm>
            <a:off x="6157825" y="1592263"/>
            <a:ext cx="2760033" cy="4897437"/>
          </a:xfrm>
        </p:spPr>
        <p:txBody>
          <a:bodyPr/>
          <a:lstStyle>
            <a:lvl1pPr marL="0" indent="0">
              <a:buNone/>
              <a:defRPr/>
            </a:lvl1pPr>
          </a:lstStyle>
          <a:p>
            <a:r>
              <a:rPr lang="en-US"/>
              <a:t>Click icon to add picture</a:t>
            </a:r>
            <a:endParaRPr lang="en-CA"/>
          </a:p>
        </p:txBody>
      </p:sp>
      <p:sp>
        <p:nvSpPr>
          <p:cNvPr id="17" name="Picture Placeholder 8">
            <a:extLst>
              <a:ext uri="{FF2B5EF4-FFF2-40B4-BE49-F238E27FC236}">
                <a16:creationId xmlns:a16="http://schemas.microsoft.com/office/drawing/2014/main" id="{AE425A02-2944-B845-84F2-C23E463C6877}"/>
              </a:ext>
            </a:extLst>
          </p:cNvPr>
          <p:cNvSpPr>
            <a:spLocks noGrp="1"/>
          </p:cNvSpPr>
          <p:nvPr>
            <p:ph type="pic" sz="quarter" idx="16"/>
          </p:nvPr>
        </p:nvSpPr>
        <p:spPr>
          <a:xfrm>
            <a:off x="9048509" y="1592263"/>
            <a:ext cx="2772016" cy="2383393"/>
          </a:xfrm>
        </p:spPr>
        <p:txBody>
          <a:bodyPr/>
          <a:lstStyle>
            <a:lvl1pPr marL="0" indent="0">
              <a:buNone/>
              <a:defRPr/>
            </a:lvl1pPr>
          </a:lstStyle>
          <a:p>
            <a:r>
              <a:rPr lang="en-US"/>
              <a:t>Click icon to add picture</a:t>
            </a:r>
            <a:endParaRPr lang="en-CA"/>
          </a:p>
        </p:txBody>
      </p:sp>
      <p:sp>
        <p:nvSpPr>
          <p:cNvPr id="8" name="Picture Placeholder 8">
            <a:extLst>
              <a:ext uri="{FF2B5EF4-FFF2-40B4-BE49-F238E27FC236}">
                <a16:creationId xmlns:a16="http://schemas.microsoft.com/office/drawing/2014/main" id="{F35F0148-0F87-2444-A30E-782BC0DC2381}"/>
              </a:ext>
            </a:extLst>
          </p:cNvPr>
          <p:cNvSpPr>
            <a:spLocks noGrp="1"/>
          </p:cNvSpPr>
          <p:nvPr>
            <p:ph type="pic" sz="quarter" idx="17"/>
          </p:nvPr>
        </p:nvSpPr>
        <p:spPr>
          <a:xfrm>
            <a:off x="9048509" y="4106306"/>
            <a:ext cx="2772016" cy="2383393"/>
          </a:xfrm>
        </p:spPr>
        <p:txBody>
          <a:bodyPr/>
          <a:lstStyle>
            <a:lvl1pPr marL="0" indent="0">
              <a:buNone/>
              <a:defRPr/>
            </a:lvl1pPr>
          </a:lstStyle>
          <a:p>
            <a:r>
              <a:rPr lang="en-US"/>
              <a:t>Click icon to add picture</a:t>
            </a:r>
            <a:endParaRPr lang="en-CA"/>
          </a:p>
        </p:txBody>
      </p:sp>
      <p:sp>
        <p:nvSpPr>
          <p:cNvPr id="7" name="Date Placeholder 3">
            <a:extLst>
              <a:ext uri="{FF2B5EF4-FFF2-40B4-BE49-F238E27FC236}">
                <a16:creationId xmlns:a16="http://schemas.microsoft.com/office/drawing/2014/main" id="{99A9BCEF-2B29-204F-9F08-CF9966BE4949}"/>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384AC89A-74C0-A141-AC19-24D0BC9EC8C8}" type="datetime1">
              <a:rPr lang="en-CA" smtClean="0"/>
              <a:t>2026-09-15</a:t>
            </a:fld>
            <a:endParaRPr lang="en-CA"/>
          </a:p>
        </p:txBody>
      </p:sp>
      <p:sp>
        <p:nvSpPr>
          <p:cNvPr id="10" name="Footer Placeholder 4">
            <a:extLst>
              <a:ext uri="{FF2B5EF4-FFF2-40B4-BE49-F238E27FC236}">
                <a16:creationId xmlns:a16="http://schemas.microsoft.com/office/drawing/2014/main" id="{FD8E52D8-040B-CA45-9774-084D3FBE2FE6}"/>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1" name="Slide Number Placeholder 5">
            <a:extLst>
              <a:ext uri="{FF2B5EF4-FFF2-40B4-BE49-F238E27FC236}">
                <a16:creationId xmlns:a16="http://schemas.microsoft.com/office/drawing/2014/main" id="{60C57911-EF85-FF45-ABDF-4831FCE2863D}"/>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948701036"/>
      </p:ext>
    </p:extLst>
  </p:cSld>
  <p:clrMapOvr>
    <a:masterClrMapping/>
  </p:clrMapOvr>
  <p:extLst>
    <p:ext uri="{DCECCB84-F9BA-43D5-87BE-67443E8EF086}">
      <p15:sldGuideLst xmlns:p15="http://schemas.microsoft.com/office/powerpoint/2012/main">
        <p15:guide id="3" orient="horz" pos="408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4-Picture Grid (Landscap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1C1072-704A-AB49-AB68-80090BDD75E7}"/>
              </a:ext>
            </a:extLst>
          </p:cNvPr>
          <p:cNvSpPr>
            <a:spLocks noGrp="1"/>
          </p:cNvSpPr>
          <p:nvPr>
            <p:ph type="title"/>
          </p:nvPr>
        </p:nvSpPr>
        <p:spPr/>
        <p:txBody>
          <a:bodyPr/>
          <a:lstStyle/>
          <a:p>
            <a:r>
              <a:rPr lang="en-US"/>
              <a:t>Click to edit Master title style</a:t>
            </a:r>
            <a:endParaRPr lang="en-CA"/>
          </a:p>
        </p:txBody>
      </p:sp>
      <p:sp>
        <p:nvSpPr>
          <p:cNvPr id="16" name="Picture Placeholder 8">
            <a:extLst>
              <a:ext uri="{FF2B5EF4-FFF2-40B4-BE49-F238E27FC236}">
                <a16:creationId xmlns:a16="http://schemas.microsoft.com/office/drawing/2014/main" id="{62D07E0A-3D5A-1743-9B2C-B72959F114C8}"/>
              </a:ext>
            </a:extLst>
          </p:cNvPr>
          <p:cNvSpPr>
            <a:spLocks noGrp="1"/>
          </p:cNvSpPr>
          <p:nvPr>
            <p:ph type="pic" sz="quarter" idx="18"/>
          </p:nvPr>
        </p:nvSpPr>
        <p:spPr>
          <a:xfrm>
            <a:off x="381001" y="1592263"/>
            <a:ext cx="5636551" cy="2383394"/>
          </a:xfrm>
        </p:spPr>
        <p:txBody>
          <a:bodyPr/>
          <a:lstStyle>
            <a:lvl1pPr marL="0" indent="0">
              <a:buNone/>
              <a:defRPr/>
            </a:lvl1pPr>
          </a:lstStyle>
          <a:p>
            <a:r>
              <a:rPr lang="en-US"/>
              <a:t>Click icon to add picture</a:t>
            </a:r>
            <a:endParaRPr lang="en-CA"/>
          </a:p>
        </p:txBody>
      </p:sp>
      <p:sp>
        <p:nvSpPr>
          <p:cNvPr id="19" name="Picture Placeholder 8">
            <a:extLst>
              <a:ext uri="{FF2B5EF4-FFF2-40B4-BE49-F238E27FC236}">
                <a16:creationId xmlns:a16="http://schemas.microsoft.com/office/drawing/2014/main" id="{7D995437-A232-3B48-9549-102803B3209B}"/>
              </a:ext>
            </a:extLst>
          </p:cNvPr>
          <p:cNvSpPr>
            <a:spLocks noGrp="1"/>
          </p:cNvSpPr>
          <p:nvPr>
            <p:ph type="pic" sz="quarter" idx="20"/>
          </p:nvPr>
        </p:nvSpPr>
        <p:spPr>
          <a:xfrm>
            <a:off x="381001" y="4106306"/>
            <a:ext cx="2745867" cy="2383393"/>
          </a:xfrm>
        </p:spPr>
        <p:txBody>
          <a:bodyPr/>
          <a:lstStyle>
            <a:lvl1pPr marL="0" indent="0">
              <a:buNone/>
              <a:defRPr/>
            </a:lvl1pPr>
          </a:lstStyle>
          <a:p>
            <a:r>
              <a:rPr lang="en-US"/>
              <a:t>Click icon to add picture</a:t>
            </a:r>
            <a:endParaRPr lang="en-CA"/>
          </a:p>
        </p:txBody>
      </p:sp>
      <p:sp>
        <p:nvSpPr>
          <p:cNvPr id="18" name="Picture Placeholder 8">
            <a:extLst>
              <a:ext uri="{FF2B5EF4-FFF2-40B4-BE49-F238E27FC236}">
                <a16:creationId xmlns:a16="http://schemas.microsoft.com/office/drawing/2014/main" id="{06B8797C-2A90-C04A-8E40-90C173AE0987}"/>
              </a:ext>
            </a:extLst>
          </p:cNvPr>
          <p:cNvSpPr>
            <a:spLocks noGrp="1"/>
          </p:cNvSpPr>
          <p:nvPr>
            <p:ph type="pic" sz="quarter" idx="19"/>
          </p:nvPr>
        </p:nvSpPr>
        <p:spPr>
          <a:xfrm>
            <a:off x="3257519" y="4106307"/>
            <a:ext cx="2760033" cy="2383394"/>
          </a:xfrm>
        </p:spPr>
        <p:txBody>
          <a:bodyPr/>
          <a:lstStyle>
            <a:lvl1pPr marL="0" indent="0">
              <a:buNone/>
              <a:defRPr/>
            </a:lvl1pPr>
          </a:lstStyle>
          <a:p>
            <a:r>
              <a:rPr lang="en-US"/>
              <a:t>Click icon to add picture</a:t>
            </a:r>
            <a:endParaRPr lang="en-CA"/>
          </a:p>
        </p:txBody>
      </p:sp>
      <p:sp>
        <p:nvSpPr>
          <p:cNvPr id="9" name="Picture Placeholder 8">
            <a:extLst>
              <a:ext uri="{FF2B5EF4-FFF2-40B4-BE49-F238E27FC236}">
                <a16:creationId xmlns:a16="http://schemas.microsoft.com/office/drawing/2014/main" id="{0BAEDB00-7364-074D-B301-A8475A77F07A}"/>
              </a:ext>
            </a:extLst>
          </p:cNvPr>
          <p:cNvSpPr>
            <a:spLocks noGrp="1"/>
          </p:cNvSpPr>
          <p:nvPr>
            <p:ph type="pic" sz="quarter" idx="13"/>
          </p:nvPr>
        </p:nvSpPr>
        <p:spPr>
          <a:xfrm>
            <a:off x="6153351" y="1592263"/>
            <a:ext cx="5667174" cy="4897437"/>
          </a:xfrm>
        </p:spPr>
        <p:txBody>
          <a:bodyPr/>
          <a:lstStyle>
            <a:lvl1pPr marL="0" indent="0">
              <a:buNone/>
              <a:defRPr/>
            </a:lvl1pPr>
          </a:lstStyle>
          <a:p>
            <a:r>
              <a:rPr lang="en-US"/>
              <a:t>Click icon to add picture</a:t>
            </a:r>
            <a:endParaRPr lang="en-CA"/>
          </a:p>
        </p:txBody>
      </p:sp>
      <p:sp>
        <p:nvSpPr>
          <p:cNvPr id="7" name="Date Placeholder 3">
            <a:extLst>
              <a:ext uri="{FF2B5EF4-FFF2-40B4-BE49-F238E27FC236}">
                <a16:creationId xmlns:a16="http://schemas.microsoft.com/office/drawing/2014/main" id="{24D8F17D-58AC-4A48-ACC7-C01C4FDD7852}"/>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A50BC24-C694-FD4B-A9C8-569DE95B292F}" type="datetime1">
              <a:rPr lang="en-CA" smtClean="0"/>
              <a:t>2026-09-15</a:t>
            </a:fld>
            <a:endParaRPr lang="en-CA"/>
          </a:p>
        </p:txBody>
      </p:sp>
      <p:sp>
        <p:nvSpPr>
          <p:cNvPr id="8" name="Footer Placeholder 4">
            <a:extLst>
              <a:ext uri="{FF2B5EF4-FFF2-40B4-BE49-F238E27FC236}">
                <a16:creationId xmlns:a16="http://schemas.microsoft.com/office/drawing/2014/main" id="{65CA8F87-AAC4-5A4F-8AEB-9676C30D2218}"/>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A049D019-966E-2D4E-9A4E-FBF87A35A08E}"/>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3620513232"/>
      </p:ext>
    </p:extLst>
  </p:cSld>
  <p:clrMapOvr>
    <a:masterClrMapping/>
  </p:clrMapOvr>
  <p:extLst>
    <p:ext uri="{DCECCB84-F9BA-43D5-87BE-67443E8EF086}">
      <p15:sldGuideLst xmlns:p15="http://schemas.microsoft.com/office/powerpoint/2012/main">
        <p15:guide id="3" orient="horz" pos="408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3-Picture Grid">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01206679-E526-204A-80B6-1C1A9F60BD12}"/>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15" name="Picture Placeholder 2">
            <a:extLst>
              <a:ext uri="{FF2B5EF4-FFF2-40B4-BE49-F238E27FC236}">
                <a16:creationId xmlns:a16="http://schemas.microsoft.com/office/drawing/2014/main" id="{94ECB821-172D-0A49-8137-DAF75FDBA84E}"/>
              </a:ext>
            </a:extLst>
          </p:cNvPr>
          <p:cNvSpPr>
            <a:spLocks noGrp="1"/>
          </p:cNvSpPr>
          <p:nvPr>
            <p:ph type="pic" sz="quarter" idx="15"/>
          </p:nvPr>
        </p:nvSpPr>
        <p:spPr>
          <a:xfrm>
            <a:off x="380999" y="360000"/>
            <a:ext cx="6975475" cy="6138000"/>
          </a:xfrm>
        </p:spPr>
        <p:txBody>
          <a:bodyPr/>
          <a:lstStyle>
            <a:lvl1pPr marL="0" indent="0">
              <a:buNone/>
              <a:defRPr/>
            </a:lvl1pPr>
          </a:lstStyle>
          <a:p>
            <a:r>
              <a:rPr lang="en-US"/>
              <a:t>Click icon to add picture</a:t>
            </a:r>
            <a:endParaRPr lang="en-CA"/>
          </a:p>
        </p:txBody>
      </p:sp>
      <p:sp>
        <p:nvSpPr>
          <p:cNvPr id="14" name="Picture Placeholder 2">
            <a:extLst>
              <a:ext uri="{FF2B5EF4-FFF2-40B4-BE49-F238E27FC236}">
                <a16:creationId xmlns:a16="http://schemas.microsoft.com/office/drawing/2014/main" id="{73A85975-8933-B645-B749-E215636C3142}"/>
              </a:ext>
            </a:extLst>
          </p:cNvPr>
          <p:cNvSpPr>
            <a:spLocks noGrp="1"/>
          </p:cNvSpPr>
          <p:nvPr>
            <p:ph type="pic" sz="quarter" idx="18"/>
          </p:nvPr>
        </p:nvSpPr>
        <p:spPr>
          <a:xfrm>
            <a:off x="7493961" y="360000"/>
            <a:ext cx="4326564" cy="3004201"/>
          </a:xfrm>
        </p:spPr>
        <p:txBody>
          <a:bodyPr/>
          <a:lstStyle>
            <a:lvl1pPr marL="0" indent="0">
              <a:buNone/>
              <a:defRPr/>
            </a:lvl1pPr>
          </a:lstStyle>
          <a:p>
            <a:r>
              <a:rPr lang="en-US"/>
              <a:t>Click icon to add picture</a:t>
            </a:r>
            <a:endParaRPr lang="en-CA"/>
          </a:p>
        </p:txBody>
      </p:sp>
      <p:sp>
        <p:nvSpPr>
          <p:cNvPr id="16" name="Picture Placeholder 2">
            <a:extLst>
              <a:ext uri="{FF2B5EF4-FFF2-40B4-BE49-F238E27FC236}">
                <a16:creationId xmlns:a16="http://schemas.microsoft.com/office/drawing/2014/main" id="{7F5D70DB-41B6-544F-B9BB-7868CC42E9DF}"/>
              </a:ext>
            </a:extLst>
          </p:cNvPr>
          <p:cNvSpPr>
            <a:spLocks noGrp="1"/>
          </p:cNvSpPr>
          <p:nvPr>
            <p:ph type="pic" sz="quarter" idx="17"/>
          </p:nvPr>
        </p:nvSpPr>
        <p:spPr>
          <a:xfrm>
            <a:off x="7493961" y="3493799"/>
            <a:ext cx="4326564" cy="3004201"/>
          </a:xfrm>
        </p:spPr>
        <p:txBody>
          <a:bodyPr/>
          <a:lstStyle>
            <a:lvl1pPr marL="0" indent="0">
              <a:buNone/>
              <a:defRPr/>
            </a:lvl1pPr>
          </a:lstStyle>
          <a:p>
            <a:r>
              <a:rPr lang="en-US"/>
              <a:t>Click icon to add picture</a:t>
            </a:r>
            <a:endParaRPr lang="en-CA"/>
          </a:p>
        </p:txBody>
      </p:sp>
      <p:sp>
        <p:nvSpPr>
          <p:cNvPr id="6" name="Date Placeholder 3">
            <a:extLst>
              <a:ext uri="{FF2B5EF4-FFF2-40B4-BE49-F238E27FC236}">
                <a16:creationId xmlns:a16="http://schemas.microsoft.com/office/drawing/2014/main" id="{16E70515-2881-B34E-8EF7-A54BA69746D9}"/>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78D418B5-6136-3C43-85E3-AC211BB6822B}" type="datetime1">
              <a:rPr lang="en-CA" smtClean="0"/>
              <a:t>2026-09-15</a:t>
            </a:fld>
            <a:endParaRPr lang="en-CA"/>
          </a:p>
        </p:txBody>
      </p:sp>
      <p:sp>
        <p:nvSpPr>
          <p:cNvPr id="7" name="Footer Placeholder 4">
            <a:extLst>
              <a:ext uri="{FF2B5EF4-FFF2-40B4-BE49-F238E27FC236}">
                <a16:creationId xmlns:a16="http://schemas.microsoft.com/office/drawing/2014/main" id="{5DDF54F0-2665-8541-B525-4DE11A53C60B}"/>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8" name="Slide Number Placeholder 5">
            <a:extLst>
              <a:ext uri="{FF2B5EF4-FFF2-40B4-BE49-F238E27FC236}">
                <a16:creationId xmlns:a16="http://schemas.microsoft.com/office/drawing/2014/main" id="{5E824237-E327-DB48-A900-9276F13D0C9F}"/>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555713439"/>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4-Picture Grid (Portrait)">
    <p:spTree>
      <p:nvGrpSpPr>
        <p:cNvPr id="1" name=""/>
        <p:cNvGrpSpPr/>
        <p:nvPr/>
      </p:nvGrpSpPr>
      <p:grpSpPr>
        <a:xfrm>
          <a:off x="0" y="0"/>
          <a:ext cx="0" cy="0"/>
          <a:chOff x="0" y="0"/>
          <a:chExt cx="0" cy="0"/>
        </a:xfrm>
      </p:grpSpPr>
      <p:sp>
        <p:nvSpPr>
          <p:cNvPr id="6" name="Title 21">
            <a:extLst>
              <a:ext uri="{FF2B5EF4-FFF2-40B4-BE49-F238E27FC236}">
                <a16:creationId xmlns:a16="http://schemas.microsoft.com/office/drawing/2014/main" id="{73F59288-6160-0D42-91BB-837AF5117351}"/>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9" name="Picture Placeholder 8">
            <a:extLst>
              <a:ext uri="{FF2B5EF4-FFF2-40B4-BE49-F238E27FC236}">
                <a16:creationId xmlns:a16="http://schemas.microsoft.com/office/drawing/2014/main" id="{0BAEDB00-7364-074D-B301-A8475A77F07A}"/>
              </a:ext>
            </a:extLst>
          </p:cNvPr>
          <p:cNvSpPr>
            <a:spLocks noGrp="1"/>
          </p:cNvSpPr>
          <p:nvPr>
            <p:ph type="pic" sz="quarter" idx="13"/>
          </p:nvPr>
        </p:nvSpPr>
        <p:spPr>
          <a:xfrm>
            <a:off x="383458" y="360000"/>
            <a:ext cx="4195916" cy="6129700"/>
          </a:xfrm>
        </p:spPr>
        <p:txBody>
          <a:bodyPr/>
          <a:lstStyle>
            <a:lvl1pPr marL="0" indent="0">
              <a:buNone/>
              <a:defRPr/>
            </a:lvl1pPr>
          </a:lstStyle>
          <a:p>
            <a:r>
              <a:rPr lang="en-US"/>
              <a:t>Click icon to add picture</a:t>
            </a:r>
            <a:endParaRPr lang="en-CA"/>
          </a:p>
        </p:txBody>
      </p:sp>
      <p:sp>
        <p:nvSpPr>
          <p:cNvPr id="12" name="Picture Placeholder 8">
            <a:extLst>
              <a:ext uri="{FF2B5EF4-FFF2-40B4-BE49-F238E27FC236}">
                <a16:creationId xmlns:a16="http://schemas.microsoft.com/office/drawing/2014/main" id="{1621877D-F0F4-D54D-8A66-86E3F38BD733}"/>
              </a:ext>
            </a:extLst>
          </p:cNvPr>
          <p:cNvSpPr>
            <a:spLocks noGrp="1"/>
          </p:cNvSpPr>
          <p:nvPr>
            <p:ph type="pic" sz="quarter" idx="14"/>
          </p:nvPr>
        </p:nvSpPr>
        <p:spPr>
          <a:xfrm>
            <a:off x="4717229" y="360000"/>
            <a:ext cx="4212919" cy="3000050"/>
          </a:xfrm>
        </p:spPr>
        <p:txBody>
          <a:bodyPr/>
          <a:lstStyle>
            <a:lvl1pPr marL="0" indent="0">
              <a:buNone/>
              <a:defRPr/>
            </a:lvl1pPr>
          </a:lstStyle>
          <a:p>
            <a:r>
              <a:rPr lang="en-US"/>
              <a:t>Click icon to add picture</a:t>
            </a:r>
            <a:endParaRPr lang="en-CA"/>
          </a:p>
        </p:txBody>
      </p:sp>
      <p:sp>
        <p:nvSpPr>
          <p:cNvPr id="15" name="Picture Placeholder 8">
            <a:extLst>
              <a:ext uri="{FF2B5EF4-FFF2-40B4-BE49-F238E27FC236}">
                <a16:creationId xmlns:a16="http://schemas.microsoft.com/office/drawing/2014/main" id="{12354A74-CC4D-FF48-B2CA-4F5C89BB8609}"/>
              </a:ext>
            </a:extLst>
          </p:cNvPr>
          <p:cNvSpPr>
            <a:spLocks noGrp="1"/>
          </p:cNvSpPr>
          <p:nvPr>
            <p:ph type="pic" sz="quarter" idx="15"/>
          </p:nvPr>
        </p:nvSpPr>
        <p:spPr>
          <a:xfrm>
            <a:off x="9068003" y="360000"/>
            <a:ext cx="2740539" cy="3000050"/>
          </a:xfrm>
        </p:spPr>
        <p:txBody>
          <a:bodyPr/>
          <a:lstStyle>
            <a:lvl1pPr marL="0" indent="0">
              <a:buNone/>
              <a:defRPr/>
            </a:lvl1pPr>
          </a:lstStyle>
          <a:p>
            <a:r>
              <a:rPr lang="en-US"/>
              <a:t>Click icon to add picture</a:t>
            </a:r>
            <a:endParaRPr lang="en-CA"/>
          </a:p>
        </p:txBody>
      </p:sp>
      <p:sp>
        <p:nvSpPr>
          <p:cNvPr id="11" name="Picture Placeholder 8">
            <a:extLst>
              <a:ext uri="{FF2B5EF4-FFF2-40B4-BE49-F238E27FC236}">
                <a16:creationId xmlns:a16="http://schemas.microsoft.com/office/drawing/2014/main" id="{82448F46-9EC7-D241-8D0D-C9F8CE444587}"/>
              </a:ext>
            </a:extLst>
          </p:cNvPr>
          <p:cNvSpPr>
            <a:spLocks noGrp="1"/>
          </p:cNvSpPr>
          <p:nvPr>
            <p:ph type="pic" sz="quarter" idx="16"/>
          </p:nvPr>
        </p:nvSpPr>
        <p:spPr>
          <a:xfrm>
            <a:off x="4717229" y="3489650"/>
            <a:ext cx="7103296" cy="3000050"/>
          </a:xfrm>
        </p:spPr>
        <p:txBody>
          <a:bodyPr/>
          <a:lstStyle>
            <a:lvl1pPr marL="0" indent="0">
              <a:buNone/>
              <a:defRPr/>
            </a:lvl1pPr>
          </a:lstStyle>
          <a:p>
            <a:r>
              <a:rPr lang="en-US"/>
              <a:t>Click icon to add picture</a:t>
            </a:r>
            <a:endParaRPr lang="en-CA"/>
          </a:p>
        </p:txBody>
      </p:sp>
      <p:sp>
        <p:nvSpPr>
          <p:cNvPr id="7" name="Date Placeholder 3">
            <a:extLst>
              <a:ext uri="{FF2B5EF4-FFF2-40B4-BE49-F238E27FC236}">
                <a16:creationId xmlns:a16="http://schemas.microsoft.com/office/drawing/2014/main" id="{4F0BB453-DBEE-8444-B7F9-D23382304FAD}"/>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6CFA513F-20A5-894E-99F3-C1EFF12BD93D}" type="datetime1">
              <a:rPr lang="en-CA" smtClean="0"/>
              <a:t>2026-09-15</a:t>
            </a:fld>
            <a:endParaRPr lang="en-CA"/>
          </a:p>
        </p:txBody>
      </p:sp>
      <p:sp>
        <p:nvSpPr>
          <p:cNvPr id="8" name="Footer Placeholder 4">
            <a:extLst>
              <a:ext uri="{FF2B5EF4-FFF2-40B4-BE49-F238E27FC236}">
                <a16:creationId xmlns:a16="http://schemas.microsoft.com/office/drawing/2014/main" id="{4E7EE71F-FAA0-7C4F-9A69-0E98D22224B0}"/>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4835D0DC-5A49-864C-815F-CB2C50AE827B}"/>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914615380"/>
      </p:ext>
    </p:extLst>
  </p:cSld>
  <p:clrMapOvr>
    <a:masterClrMapping/>
  </p:clrMapOvr>
  <p:extLst>
    <p:ext uri="{DCECCB84-F9BA-43D5-87BE-67443E8EF086}">
      <p15:sldGuideLst xmlns:p15="http://schemas.microsoft.com/office/powerpoint/2012/main">
        <p15:guide id="3" orient="horz" pos="408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4-Picture Grid (Landscape)">
    <p:spTree>
      <p:nvGrpSpPr>
        <p:cNvPr id="1" name=""/>
        <p:cNvGrpSpPr/>
        <p:nvPr/>
      </p:nvGrpSpPr>
      <p:grpSpPr>
        <a:xfrm>
          <a:off x="0" y="0"/>
          <a:ext cx="0" cy="0"/>
          <a:chOff x="0" y="0"/>
          <a:chExt cx="0" cy="0"/>
        </a:xfrm>
      </p:grpSpPr>
      <p:sp>
        <p:nvSpPr>
          <p:cNvPr id="6" name="Title 21">
            <a:extLst>
              <a:ext uri="{FF2B5EF4-FFF2-40B4-BE49-F238E27FC236}">
                <a16:creationId xmlns:a16="http://schemas.microsoft.com/office/drawing/2014/main" id="{D969E83F-05F7-8447-9C56-2938C4C2B4CF}"/>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16" name="Picture Placeholder 8">
            <a:extLst>
              <a:ext uri="{FF2B5EF4-FFF2-40B4-BE49-F238E27FC236}">
                <a16:creationId xmlns:a16="http://schemas.microsoft.com/office/drawing/2014/main" id="{62D07E0A-3D5A-1743-9B2C-B72959F114C8}"/>
              </a:ext>
            </a:extLst>
          </p:cNvPr>
          <p:cNvSpPr>
            <a:spLocks noGrp="1"/>
          </p:cNvSpPr>
          <p:nvPr>
            <p:ph type="pic" sz="quarter" idx="18"/>
          </p:nvPr>
        </p:nvSpPr>
        <p:spPr>
          <a:xfrm>
            <a:off x="381000" y="360000"/>
            <a:ext cx="5636552" cy="3706670"/>
          </a:xfrm>
        </p:spPr>
        <p:txBody>
          <a:bodyPr/>
          <a:lstStyle>
            <a:lvl1pPr marL="0" indent="0">
              <a:buNone/>
              <a:defRPr/>
            </a:lvl1pPr>
          </a:lstStyle>
          <a:p>
            <a:r>
              <a:rPr lang="en-US"/>
              <a:t>Click icon to add picture</a:t>
            </a:r>
            <a:endParaRPr lang="en-CA"/>
          </a:p>
        </p:txBody>
      </p:sp>
      <p:sp>
        <p:nvSpPr>
          <p:cNvPr id="19" name="Picture Placeholder 8">
            <a:extLst>
              <a:ext uri="{FF2B5EF4-FFF2-40B4-BE49-F238E27FC236}">
                <a16:creationId xmlns:a16="http://schemas.microsoft.com/office/drawing/2014/main" id="{7D995437-A232-3B48-9549-102803B3209B}"/>
              </a:ext>
            </a:extLst>
          </p:cNvPr>
          <p:cNvSpPr>
            <a:spLocks noGrp="1"/>
          </p:cNvSpPr>
          <p:nvPr>
            <p:ph type="pic" sz="quarter" idx="20"/>
          </p:nvPr>
        </p:nvSpPr>
        <p:spPr>
          <a:xfrm>
            <a:off x="381000" y="4196268"/>
            <a:ext cx="2745868" cy="2293431"/>
          </a:xfrm>
        </p:spPr>
        <p:txBody>
          <a:bodyPr/>
          <a:lstStyle>
            <a:lvl1pPr marL="0" indent="0">
              <a:buNone/>
              <a:defRPr/>
            </a:lvl1pPr>
          </a:lstStyle>
          <a:p>
            <a:r>
              <a:rPr lang="en-US"/>
              <a:t>Click icon to add picture</a:t>
            </a:r>
            <a:endParaRPr lang="en-CA"/>
          </a:p>
        </p:txBody>
      </p:sp>
      <p:sp>
        <p:nvSpPr>
          <p:cNvPr id="18" name="Picture Placeholder 8">
            <a:extLst>
              <a:ext uri="{FF2B5EF4-FFF2-40B4-BE49-F238E27FC236}">
                <a16:creationId xmlns:a16="http://schemas.microsoft.com/office/drawing/2014/main" id="{06B8797C-2A90-C04A-8E40-90C173AE0987}"/>
              </a:ext>
            </a:extLst>
          </p:cNvPr>
          <p:cNvSpPr>
            <a:spLocks noGrp="1"/>
          </p:cNvSpPr>
          <p:nvPr>
            <p:ph type="pic" sz="quarter" idx="19"/>
          </p:nvPr>
        </p:nvSpPr>
        <p:spPr>
          <a:xfrm>
            <a:off x="3257519" y="4196269"/>
            <a:ext cx="2760033" cy="2293431"/>
          </a:xfrm>
        </p:spPr>
        <p:txBody>
          <a:bodyPr/>
          <a:lstStyle>
            <a:lvl1pPr marL="0" indent="0">
              <a:buNone/>
              <a:defRPr/>
            </a:lvl1pPr>
          </a:lstStyle>
          <a:p>
            <a:r>
              <a:rPr lang="en-US"/>
              <a:t>Click icon to add picture</a:t>
            </a:r>
            <a:endParaRPr lang="en-CA"/>
          </a:p>
        </p:txBody>
      </p:sp>
      <p:sp>
        <p:nvSpPr>
          <p:cNvPr id="9" name="Picture Placeholder 8">
            <a:extLst>
              <a:ext uri="{FF2B5EF4-FFF2-40B4-BE49-F238E27FC236}">
                <a16:creationId xmlns:a16="http://schemas.microsoft.com/office/drawing/2014/main" id="{0BAEDB00-7364-074D-B301-A8475A77F07A}"/>
              </a:ext>
            </a:extLst>
          </p:cNvPr>
          <p:cNvSpPr>
            <a:spLocks noGrp="1"/>
          </p:cNvSpPr>
          <p:nvPr>
            <p:ph type="pic" sz="quarter" idx="13"/>
          </p:nvPr>
        </p:nvSpPr>
        <p:spPr>
          <a:xfrm>
            <a:off x="6153351" y="360001"/>
            <a:ext cx="5667174" cy="6129700"/>
          </a:xfrm>
        </p:spPr>
        <p:txBody>
          <a:bodyPr/>
          <a:lstStyle>
            <a:lvl1pPr marL="0" indent="0">
              <a:buNone/>
              <a:defRPr/>
            </a:lvl1pPr>
          </a:lstStyle>
          <a:p>
            <a:r>
              <a:rPr lang="en-US"/>
              <a:t>Click icon to add picture</a:t>
            </a:r>
            <a:endParaRPr lang="en-CA"/>
          </a:p>
        </p:txBody>
      </p:sp>
      <p:sp>
        <p:nvSpPr>
          <p:cNvPr id="7" name="Date Placeholder 3">
            <a:extLst>
              <a:ext uri="{FF2B5EF4-FFF2-40B4-BE49-F238E27FC236}">
                <a16:creationId xmlns:a16="http://schemas.microsoft.com/office/drawing/2014/main" id="{1054E135-1818-6B43-9447-E5FA1C31B3B8}"/>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0A7E2EB4-1937-884C-9F06-FADC31BB3F61}" type="datetime1">
              <a:rPr lang="en-CA" smtClean="0"/>
              <a:t>2026-09-15</a:t>
            </a:fld>
            <a:endParaRPr lang="en-CA"/>
          </a:p>
        </p:txBody>
      </p:sp>
      <p:sp>
        <p:nvSpPr>
          <p:cNvPr id="8" name="Footer Placeholder 4">
            <a:extLst>
              <a:ext uri="{FF2B5EF4-FFF2-40B4-BE49-F238E27FC236}">
                <a16:creationId xmlns:a16="http://schemas.microsoft.com/office/drawing/2014/main" id="{E41BE689-B32F-444E-B582-302A70D1C0E8}"/>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10" name="Slide Number Placeholder 5">
            <a:extLst>
              <a:ext uri="{FF2B5EF4-FFF2-40B4-BE49-F238E27FC236}">
                <a16:creationId xmlns:a16="http://schemas.microsoft.com/office/drawing/2014/main" id="{51DACFED-F7F6-5C43-A0CA-88CB7E163BA5}"/>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3010924141"/>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Video">
    <p:spTree>
      <p:nvGrpSpPr>
        <p:cNvPr id="1" name=""/>
        <p:cNvGrpSpPr/>
        <p:nvPr/>
      </p:nvGrpSpPr>
      <p:grpSpPr>
        <a:xfrm>
          <a:off x="0" y="0"/>
          <a:ext cx="0" cy="0"/>
          <a:chOff x="0" y="0"/>
          <a:chExt cx="0" cy="0"/>
        </a:xfrm>
      </p:grpSpPr>
      <p:sp>
        <p:nvSpPr>
          <p:cNvPr id="3" name="Title 21">
            <a:extLst>
              <a:ext uri="{FF2B5EF4-FFF2-40B4-BE49-F238E27FC236}">
                <a16:creationId xmlns:a16="http://schemas.microsoft.com/office/drawing/2014/main" id="{D884024C-A553-3D46-AF15-089E65BE161E}"/>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4" name="Media Placeholder 2">
            <a:extLst>
              <a:ext uri="{FF2B5EF4-FFF2-40B4-BE49-F238E27FC236}">
                <a16:creationId xmlns:a16="http://schemas.microsoft.com/office/drawing/2014/main" id="{B08A1DBD-0DD6-9A4C-A0E5-F7B42055330F}"/>
              </a:ext>
            </a:extLst>
          </p:cNvPr>
          <p:cNvSpPr>
            <a:spLocks noGrp="1"/>
          </p:cNvSpPr>
          <p:nvPr>
            <p:ph type="media" sz="quarter" idx="10"/>
          </p:nvPr>
        </p:nvSpPr>
        <p:spPr>
          <a:xfrm>
            <a:off x="0" y="0"/>
            <a:ext cx="12192000" cy="6858000"/>
          </a:xfrm>
        </p:spPr>
        <p:txBody>
          <a:bodyPr/>
          <a:lstStyle/>
          <a:p>
            <a:r>
              <a:rPr lang="en-US"/>
              <a:t>Click icon to add media</a:t>
            </a:r>
            <a:endParaRPr lang="en-CA"/>
          </a:p>
        </p:txBody>
      </p:sp>
      <p:sp>
        <p:nvSpPr>
          <p:cNvPr id="5" name="Date Placeholder 3">
            <a:extLst>
              <a:ext uri="{FF2B5EF4-FFF2-40B4-BE49-F238E27FC236}">
                <a16:creationId xmlns:a16="http://schemas.microsoft.com/office/drawing/2014/main" id="{961BD581-E07E-2848-8F78-34D6BD31004B}"/>
              </a:ext>
            </a:extLst>
          </p:cNvPr>
          <p:cNvSpPr>
            <a:spLocks noGrp="1"/>
          </p:cNvSpPr>
          <p:nvPr>
            <p:ph type="dt" sz="half"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E0C2BB71-3236-C942-9EDE-CD9030A2ACA3}" type="datetime1">
              <a:rPr lang="en-CA" smtClean="0"/>
              <a:t>2026-09-15</a:t>
            </a:fld>
            <a:endParaRPr lang="en-CA"/>
          </a:p>
        </p:txBody>
      </p:sp>
      <p:sp>
        <p:nvSpPr>
          <p:cNvPr id="6" name="Footer Placeholder 4">
            <a:extLst>
              <a:ext uri="{FF2B5EF4-FFF2-40B4-BE49-F238E27FC236}">
                <a16:creationId xmlns:a16="http://schemas.microsoft.com/office/drawing/2014/main" id="{AC075F37-26A0-C946-9E47-9C0C00B2B8D7}"/>
              </a:ext>
            </a:extLst>
          </p:cNvPr>
          <p:cNvSpPr>
            <a:spLocks noGrp="1"/>
          </p:cNvSpPr>
          <p:nvPr>
            <p:ph type="ftr"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7" name="Slide Number Placeholder 5">
            <a:extLst>
              <a:ext uri="{FF2B5EF4-FFF2-40B4-BE49-F238E27FC236}">
                <a16:creationId xmlns:a16="http://schemas.microsoft.com/office/drawing/2014/main" id="{80D2998A-7A65-A14F-8950-3B252A3D96FF}"/>
              </a:ext>
            </a:extLst>
          </p:cNvPr>
          <p:cNvSpPr>
            <a:spLocks noGrp="1"/>
          </p:cNvSpPr>
          <p:nvPr>
            <p:ph type="sldNum" sz="quarter" idx="13"/>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33932473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07B6E-E330-8E41-AC14-CF48EC8C5A5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570F376-3BF1-E54D-94F7-DF7335A0D804}"/>
              </a:ext>
            </a:extLst>
          </p:cNvPr>
          <p:cNvSpPr>
            <a:spLocks noGrp="1"/>
          </p:cNvSpPr>
          <p:nvPr>
            <p:ph type="dt" sz="half" idx="10"/>
          </p:nvPr>
        </p:nvSpPr>
        <p:spPr/>
        <p:txBody>
          <a:bodyPr/>
          <a:lstStyle/>
          <a:p>
            <a:fld id="{101D422F-F6AE-9F4E-B031-6D2CB17B0ED9}" type="datetime1">
              <a:rPr lang="en-CA" smtClean="0"/>
              <a:t>2026-09-15</a:t>
            </a:fld>
            <a:endParaRPr lang="en-CA"/>
          </a:p>
        </p:txBody>
      </p:sp>
      <p:sp>
        <p:nvSpPr>
          <p:cNvPr id="4" name="Footer Placeholder 3">
            <a:extLst>
              <a:ext uri="{FF2B5EF4-FFF2-40B4-BE49-F238E27FC236}">
                <a16:creationId xmlns:a16="http://schemas.microsoft.com/office/drawing/2014/main" id="{5D2B8E35-E3AD-3047-8DE5-24B24F2015D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04F3E1ED-7C41-E948-BDB5-0E3684C3F5A0}"/>
              </a:ext>
            </a:extLst>
          </p:cNvPr>
          <p:cNvSpPr>
            <a:spLocks noGrp="1"/>
          </p:cNvSpPr>
          <p:nvPr>
            <p:ph type="sldNum" sz="quarter" idx="12"/>
          </p:nvPr>
        </p:nvSpPr>
        <p:spPr/>
        <p:txBody>
          <a:bodyPr/>
          <a:lstStyle/>
          <a:p>
            <a:fld id="{1BD90C89-BB05-D647-8C9B-C2376028CB3D}" type="slidenum">
              <a:rPr lang="en-CA" smtClean="0"/>
              <a:t>‹#›</a:t>
            </a:fld>
            <a:endParaRPr lang="en-CA"/>
          </a:p>
        </p:txBody>
      </p:sp>
    </p:spTree>
    <p:extLst>
      <p:ext uri="{BB962C8B-B14F-4D97-AF65-F5344CB8AC3E}">
        <p14:creationId xmlns:p14="http://schemas.microsoft.com/office/powerpoint/2010/main" val="34345978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6A215945-98FA-5949-A7B5-BC7234A45954}"/>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sp>
        <p:nvSpPr>
          <p:cNvPr id="9" name="Date Placeholder 8">
            <a:extLst>
              <a:ext uri="{FF2B5EF4-FFF2-40B4-BE49-F238E27FC236}">
                <a16:creationId xmlns:a16="http://schemas.microsoft.com/office/drawing/2014/main" id="{CFB5BC00-CF23-B147-941C-D77565351FD3}"/>
              </a:ext>
            </a:extLst>
          </p:cNvPr>
          <p:cNvSpPr>
            <a:spLocks noGrp="1"/>
          </p:cNvSpPr>
          <p:nvPr>
            <p:ph type="dt" sz="half" idx="10"/>
          </p:nvPr>
        </p:nvSpPr>
        <p:spPr/>
        <p:txBody>
          <a:bodyPr/>
          <a:lstStyle/>
          <a:p>
            <a:fld id="{D9450FA4-61DB-484B-A2E6-BEA4A5888E82}" type="datetime1">
              <a:rPr lang="en-CA" smtClean="0"/>
              <a:t>2026-09-15</a:t>
            </a:fld>
            <a:endParaRPr lang="en-CA"/>
          </a:p>
        </p:txBody>
      </p:sp>
      <p:sp>
        <p:nvSpPr>
          <p:cNvPr id="10" name="Footer Placeholder 9">
            <a:extLst>
              <a:ext uri="{FF2B5EF4-FFF2-40B4-BE49-F238E27FC236}">
                <a16:creationId xmlns:a16="http://schemas.microsoft.com/office/drawing/2014/main" id="{23D8660F-54A9-2F46-A87C-89AA91AC10F6}"/>
              </a:ext>
            </a:extLst>
          </p:cNvPr>
          <p:cNvSpPr>
            <a:spLocks noGrp="1"/>
          </p:cNvSpPr>
          <p:nvPr>
            <p:ph type="ftr" sz="quarter" idx="11"/>
          </p:nvPr>
        </p:nvSpPr>
        <p:spPr/>
        <p:txBody>
          <a:bodyPr/>
          <a:lstStyle/>
          <a:p>
            <a:endParaRPr lang="en-CA"/>
          </a:p>
        </p:txBody>
      </p:sp>
      <p:sp>
        <p:nvSpPr>
          <p:cNvPr id="11" name="Slide Number Placeholder 10">
            <a:extLst>
              <a:ext uri="{FF2B5EF4-FFF2-40B4-BE49-F238E27FC236}">
                <a16:creationId xmlns:a16="http://schemas.microsoft.com/office/drawing/2014/main" id="{8DD8FEDF-70C8-A144-BDC8-03E60A8D3849}"/>
              </a:ext>
            </a:extLst>
          </p:cNvPr>
          <p:cNvSpPr>
            <a:spLocks noGrp="1"/>
          </p:cNvSpPr>
          <p:nvPr>
            <p:ph type="sldNum" sz="quarter" idx="12"/>
          </p:nvPr>
        </p:nvSpPr>
        <p:spPr/>
        <p:txBody>
          <a:bodyPr/>
          <a:lstStyle/>
          <a:p>
            <a:fld id="{E4ECB127-6B1D-4440-BB59-CB7FB51359B3}" type="slidenum">
              <a:rPr lang="en-CA" smtClean="0"/>
              <a:pPr/>
              <a:t>‹#›</a:t>
            </a:fld>
            <a:endParaRPr lang="en-CA"/>
          </a:p>
        </p:txBody>
      </p:sp>
    </p:spTree>
    <p:extLst>
      <p:ext uri="{BB962C8B-B14F-4D97-AF65-F5344CB8AC3E}">
        <p14:creationId xmlns:p14="http://schemas.microsoft.com/office/powerpoint/2010/main" val="27986592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 Defy Gravity">
    <p:spTree>
      <p:nvGrpSpPr>
        <p:cNvPr id="1" name=""/>
        <p:cNvGrpSpPr/>
        <p:nvPr/>
      </p:nvGrpSpPr>
      <p:grpSpPr>
        <a:xfrm>
          <a:off x="0" y="0"/>
          <a:ext cx="0" cy="0"/>
          <a:chOff x="0" y="0"/>
          <a:chExt cx="0" cy="0"/>
        </a:xfrm>
      </p:grpSpPr>
      <p:sp>
        <p:nvSpPr>
          <p:cNvPr id="4" name="Title 21">
            <a:extLst>
              <a:ext uri="{FF2B5EF4-FFF2-40B4-BE49-F238E27FC236}">
                <a16:creationId xmlns:a16="http://schemas.microsoft.com/office/drawing/2014/main" id="{2221BF23-9200-7D47-BA13-6C83F7D7C3AF}"/>
              </a:ext>
            </a:extLst>
          </p:cNvPr>
          <p:cNvSpPr>
            <a:spLocks noGrp="1"/>
          </p:cNvSpPr>
          <p:nvPr>
            <p:ph type="title" hasCustomPrompt="1"/>
          </p:nvPr>
        </p:nvSpPr>
        <p:spPr>
          <a:xfrm>
            <a:off x="0" y="-527539"/>
            <a:ext cx="12192000" cy="513471"/>
          </a:xfrm>
        </p:spPr>
        <p:txBody>
          <a:bodyPr anchor="b">
            <a:noAutofit/>
          </a:bodyPr>
          <a:lstStyle>
            <a:lvl1pPr>
              <a:defRPr sz="1800">
                <a:solidFill>
                  <a:schemeClr val="tx1"/>
                </a:solidFill>
              </a:defRPr>
            </a:lvl1pPr>
          </a:lstStyle>
          <a:p>
            <a:r>
              <a:rPr lang="en-US"/>
              <a:t>Slides without a title in the content area requires a title for accessibility purposes.</a:t>
            </a:r>
            <a:br>
              <a:rPr lang="en-US"/>
            </a:br>
            <a:r>
              <a:rPr lang="en-US"/>
              <a:t>Click to add title — title will not appear in this presentation but will appear on screen readers.</a:t>
            </a:r>
            <a:endParaRPr lang="en-CA"/>
          </a:p>
        </p:txBody>
      </p:sp>
      <p:pic>
        <p:nvPicPr>
          <p:cNvPr id="3" name="Graphic 2">
            <a:extLst>
              <a:ext uri="{FF2B5EF4-FFF2-40B4-BE49-F238E27FC236}">
                <a16:creationId xmlns:a16="http://schemas.microsoft.com/office/drawing/2014/main" id="{D6D28ABB-00A7-A24D-917A-D7A3E90FCFA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780265" y="5944561"/>
            <a:ext cx="980558" cy="520650"/>
          </a:xfrm>
          <a:prstGeom prst="rect">
            <a:avLst/>
          </a:prstGeom>
        </p:spPr>
      </p:pic>
      <p:sp>
        <p:nvSpPr>
          <p:cNvPr id="7" name="Date Placeholder 3">
            <a:extLst>
              <a:ext uri="{FF2B5EF4-FFF2-40B4-BE49-F238E27FC236}">
                <a16:creationId xmlns:a16="http://schemas.microsoft.com/office/drawing/2014/main" id="{24525305-72E1-4A42-A1C3-45F9B781C6DA}"/>
              </a:ext>
            </a:extLst>
          </p:cNvPr>
          <p:cNvSpPr>
            <a:spLocks noGrp="1"/>
          </p:cNvSpPr>
          <p:nvPr>
            <p:ph type="dt" sz="half" idx="10"/>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AD898DEA-DA6B-EB46-8B23-14C37EE46E93}" type="datetime1">
              <a:rPr lang="en-CA" smtClean="0"/>
              <a:t>2026-09-15</a:t>
            </a:fld>
            <a:endParaRPr lang="en-CA"/>
          </a:p>
        </p:txBody>
      </p:sp>
      <p:sp>
        <p:nvSpPr>
          <p:cNvPr id="8" name="Footer Placeholder 4">
            <a:extLst>
              <a:ext uri="{FF2B5EF4-FFF2-40B4-BE49-F238E27FC236}">
                <a16:creationId xmlns:a16="http://schemas.microsoft.com/office/drawing/2014/main" id="{B8FAEB46-5512-D443-84C3-9E31A072EC34}"/>
              </a:ext>
            </a:extLst>
          </p:cNvPr>
          <p:cNvSpPr>
            <a:spLocks noGrp="1"/>
          </p:cNvSpPr>
          <p:nvPr>
            <p:ph type="ftr" sz="quarter" idx="11"/>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endParaRPr lang="en-CA"/>
          </a:p>
        </p:txBody>
      </p:sp>
      <p:sp>
        <p:nvSpPr>
          <p:cNvPr id="9" name="Slide Number Placeholder 5">
            <a:extLst>
              <a:ext uri="{FF2B5EF4-FFF2-40B4-BE49-F238E27FC236}">
                <a16:creationId xmlns:a16="http://schemas.microsoft.com/office/drawing/2014/main" id="{684EACBE-4253-CE46-A2A2-163225A9DDC3}"/>
              </a:ext>
            </a:extLst>
          </p:cNvPr>
          <p:cNvSpPr>
            <a:spLocks noGrp="1"/>
          </p:cNvSpPr>
          <p:nvPr>
            <p:ph type="sldNum" sz="quarter" idx="12"/>
          </p:nvPr>
        </p:nvSpPr>
        <p:spPr>
          <a:xfrm>
            <a:off x="0" y="6858000"/>
            <a:ext cx="0" cy="0"/>
          </a:xfrm>
          <a:ln>
            <a:solidFill>
              <a:schemeClr val="bg1">
                <a:alpha val="0"/>
              </a:schemeClr>
            </a:solidFill>
          </a:ln>
        </p:spPr>
        <p:txBody>
          <a:bodyPr/>
          <a:lstStyle>
            <a:lvl1pPr>
              <a:defRPr sz="100">
                <a:solidFill>
                  <a:schemeClr val="bg2">
                    <a:alpha val="0"/>
                  </a:schemeClr>
                </a:solidFill>
              </a:defRPr>
            </a:lvl1pPr>
          </a:lstStyle>
          <a:p>
            <a:fld id="{1BD90C89-BB05-D647-8C9B-C2376028CB3D}" type="slidenum">
              <a:rPr lang="en-CA" smtClean="0"/>
              <a:pPr/>
              <a:t>‹#›</a:t>
            </a:fld>
            <a:endParaRPr lang="en-CA"/>
          </a:p>
        </p:txBody>
      </p:sp>
    </p:spTree>
    <p:extLst>
      <p:ext uri="{BB962C8B-B14F-4D97-AF65-F5344CB8AC3E}">
        <p14:creationId xmlns:p14="http://schemas.microsoft.com/office/powerpoint/2010/main" val="2178858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C3088E-7FA3-A744-8DF6-ABAC5B10CEB7}"/>
              </a:ext>
            </a:extLst>
          </p:cNvPr>
          <p:cNvSpPr>
            <a:spLocks noGrp="1"/>
          </p:cNvSpPr>
          <p:nvPr>
            <p:ph type="title"/>
          </p:nvPr>
        </p:nvSpPr>
        <p:spPr>
          <a:xfrm>
            <a:off x="381001" y="441325"/>
            <a:ext cx="8570912" cy="989849"/>
          </a:xfrm>
          <a:prstGeom prst="rect">
            <a:avLst/>
          </a:prstGeom>
        </p:spPr>
        <p:txBody>
          <a:bodyPr vert="horz" lIns="91440" tIns="45720" rIns="91440" bIns="45720" rtlCol="0" anchor="t">
            <a:no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EC20995-51C1-4D4B-AC96-2295AFD7871E}"/>
              </a:ext>
            </a:extLst>
          </p:cNvPr>
          <p:cNvSpPr>
            <a:spLocks noGrp="1"/>
          </p:cNvSpPr>
          <p:nvPr>
            <p:ph type="body" idx="1"/>
          </p:nvPr>
        </p:nvSpPr>
        <p:spPr>
          <a:xfrm>
            <a:off x="381000" y="1592262"/>
            <a:ext cx="8570912" cy="388937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7D9E4F-8117-414A-AA32-48A0F364B4B6}"/>
              </a:ext>
            </a:extLst>
          </p:cNvPr>
          <p:cNvSpPr>
            <a:spLocks noGrp="1"/>
          </p:cNvSpPr>
          <p:nvPr>
            <p:ph type="dt" sz="half" idx="2"/>
          </p:nvPr>
        </p:nvSpPr>
        <p:spPr>
          <a:xfrm>
            <a:off x="19844" y="6862062"/>
            <a:ext cx="2141538" cy="260079"/>
          </a:xfrm>
          <a:prstGeom prst="rect">
            <a:avLst/>
          </a:prstGeom>
        </p:spPr>
        <p:txBody>
          <a:bodyPr vert="horz" lIns="91440" tIns="45720" rIns="91440" bIns="45720" rtlCol="0" anchor="ctr"/>
          <a:lstStyle>
            <a:lvl1pPr algn="l">
              <a:defRPr sz="1200">
                <a:solidFill>
                  <a:schemeClr val="tx1">
                    <a:tint val="75000"/>
                  </a:schemeClr>
                </a:solidFill>
              </a:defRPr>
            </a:lvl1pPr>
          </a:lstStyle>
          <a:p>
            <a:fld id="{495C65DD-6F99-9B43-BBBE-412D03546892}" type="datetime1">
              <a:rPr lang="en-CA" smtClean="0"/>
              <a:t>2026-09-15</a:t>
            </a:fld>
            <a:endParaRPr lang="en-CA"/>
          </a:p>
        </p:txBody>
      </p:sp>
      <p:sp>
        <p:nvSpPr>
          <p:cNvPr id="5" name="Footer Placeholder 4">
            <a:extLst>
              <a:ext uri="{FF2B5EF4-FFF2-40B4-BE49-F238E27FC236}">
                <a16:creationId xmlns:a16="http://schemas.microsoft.com/office/drawing/2014/main" id="{92A3FA6A-6A21-2C4D-80E7-472BB9B590C9}"/>
              </a:ext>
            </a:extLst>
          </p:cNvPr>
          <p:cNvSpPr>
            <a:spLocks noGrp="1"/>
          </p:cNvSpPr>
          <p:nvPr>
            <p:ph type="ftr" sz="quarter" idx="3"/>
          </p:nvPr>
        </p:nvSpPr>
        <p:spPr>
          <a:xfrm>
            <a:off x="2524125" y="6229815"/>
            <a:ext cx="8575675" cy="260079"/>
          </a:xfrm>
          <a:prstGeom prst="rect">
            <a:avLst/>
          </a:prstGeom>
        </p:spPr>
        <p:txBody>
          <a:bodyPr vert="horz" lIns="91440" tIns="45720" rIns="91440" bIns="45720" rtlCol="0" anchor="b"/>
          <a:lstStyle>
            <a:lvl1pPr algn="r">
              <a:defRPr sz="1200">
                <a:solidFill>
                  <a:schemeClr val="tx1">
                    <a:tint val="75000"/>
                  </a:schemeClr>
                </a:solidFill>
              </a:defRPr>
            </a:lvl1pPr>
          </a:lstStyle>
          <a:p>
            <a:endParaRPr lang="en-CA"/>
          </a:p>
        </p:txBody>
      </p:sp>
      <p:sp>
        <p:nvSpPr>
          <p:cNvPr id="7" name="Slide Number Placeholder 6">
            <a:extLst>
              <a:ext uri="{FF2B5EF4-FFF2-40B4-BE49-F238E27FC236}">
                <a16:creationId xmlns:a16="http://schemas.microsoft.com/office/drawing/2014/main" id="{7AD69A23-1B35-CA4B-914C-DFDB1F88ED8B}"/>
              </a:ext>
            </a:extLst>
          </p:cNvPr>
          <p:cNvSpPr>
            <a:spLocks noGrp="1"/>
          </p:cNvSpPr>
          <p:nvPr>
            <p:ph type="sldNum" sz="quarter" idx="4"/>
          </p:nvPr>
        </p:nvSpPr>
        <p:spPr>
          <a:xfrm>
            <a:off x="11099800" y="6229815"/>
            <a:ext cx="711199" cy="264676"/>
          </a:xfrm>
          <a:prstGeom prst="rect">
            <a:avLst/>
          </a:prstGeom>
        </p:spPr>
        <p:txBody>
          <a:bodyPr vert="horz" lIns="91440" tIns="45720" rIns="91440" bIns="45720" rtlCol="0" anchor="ctr"/>
          <a:lstStyle>
            <a:lvl1pPr algn="r">
              <a:defRPr sz="1000">
                <a:solidFill>
                  <a:schemeClr val="tx1"/>
                </a:solidFill>
              </a:defRPr>
            </a:lvl1pPr>
          </a:lstStyle>
          <a:p>
            <a:fld id="{E4ECB127-6B1D-4440-BB59-CB7FB51359B3}" type="slidenum">
              <a:rPr lang="en-CA" smtClean="0"/>
              <a:pPr/>
              <a:t>‹#›</a:t>
            </a:fld>
            <a:endParaRPr lang="en-CA"/>
          </a:p>
        </p:txBody>
      </p:sp>
    </p:spTree>
    <p:extLst>
      <p:ext uri="{BB962C8B-B14F-4D97-AF65-F5344CB8AC3E}">
        <p14:creationId xmlns:p14="http://schemas.microsoft.com/office/powerpoint/2010/main" val="1256069002"/>
      </p:ext>
    </p:extLst>
  </p:cSld>
  <p:clrMap bg1="lt1" tx1="dk1" bg2="lt2" tx2="dk2" accent1="accent1" accent2="accent2" accent3="accent3" accent4="accent4" accent5="accent5" accent6="accent6" hlink="hlink" folHlink="folHlink"/>
  <p:sldLayoutIdLst>
    <p:sldLayoutId id="2147483776" r:id="rId1"/>
    <p:sldLayoutId id="2147483771" r:id="rId2"/>
    <p:sldLayoutId id="2147483791" r:id="rId3"/>
    <p:sldLayoutId id="2147483675" r:id="rId4"/>
    <p:sldLayoutId id="2147483714" r:id="rId5"/>
    <p:sldLayoutId id="2147483775" r:id="rId6"/>
    <p:sldLayoutId id="2147483719" r:id="rId7"/>
    <p:sldLayoutId id="2147483677" r:id="rId8"/>
    <p:sldLayoutId id="2147483679" r:id="rId9"/>
    <p:sldLayoutId id="2147483683" r:id="rId10"/>
    <p:sldLayoutId id="2147483678" r:id="rId11"/>
    <p:sldLayoutId id="2147483682" r:id="rId12"/>
    <p:sldLayoutId id="2147483663" r:id="rId13"/>
    <p:sldLayoutId id="2147483684" r:id="rId14"/>
    <p:sldLayoutId id="2147483777" r:id="rId15"/>
    <p:sldLayoutId id="2147483686" r:id="rId16"/>
    <p:sldLayoutId id="2147483779" r:id="rId17"/>
    <p:sldLayoutId id="2147483780" r:id="rId18"/>
    <p:sldLayoutId id="2147483692" r:id="rId19"/>
    <p:sldLayoutId id="2147483689" r:id="rId20"/>
    <p:sldLayoutId id="2147483695" r:id="rId21"/>
    <p:sldLayoutId id="2147483710" r:id="rId22"/>
    <p:sldLayoutId id="2147483783" r:id="rId23"/>
    <p:sldLayoutId id="2147483693" r:id="rId24"/>
    <p:sldLayoutId id="2147483784" r:id="rId25"/>
    <p:sldLayoutId id="2147483711" r:id="rId26"/>
    <p:sldLayoutId id="2147483712" r:id="rId27"/>
    <p:sldLayoutId id="2147483757" r:id="rId28"/>
    <p:sldLayoutId id="2147483708" r:id="rId29"/>
    <p:sldLayoutId id="2147483707" r:id="rId30"/>
    <p:sldLayoutId id="2147483706" r:id="rId31"/>
    <p:sldLayoutId id="2147483768" r:id="rId32"/>
    <p:sldLayoutId id="2147483769" r:id="rId33"/>
    <p:sldLayoutId id="2147483788" r:id="rId34"/>
    <p:sldLayoutId id="2147483789" r:id="rId35"/>
    <p:sldLayoutId id="2147483790" r:id="rId36"/>
    <p:sldLayoutId id="2147483725" r:id="rId37"/>
    <p:sldLayoutId id="2147483697" r:id="rId38"/>
    <p:sldLayoutId id="2147483699" r:id="rId39"/>
    <p:sldLayoutId id="2147483721" r:id="rId40"/>
    <p:sldLayoutId id="2147483720" r:id="rId41"/>
    <p:sldLayoutId id="2147483764" r:id="rId42"/>
    <p:sldLayoutId id="2147483722" r:id="rId43"/>
    <p:sldLayoutId id="2147483723" r:id="rId44"/>
    <p:sldLayoutId id="2147483765" r:id="rId45"/>
    <p:sldLayoutId id="2147483767" r:id="rId46"/>
    <p:sldLayoutId id="2147483781" r:id="rId47"/>
    <p:sldLayoutId id="2147483782" r:id="rId48"/>
    <p:sldLayoutId id="2147483760" r:id="rId49"/>
  </p:sldLayoutIdLst>
  <p:hf hdr="0" ftr="0" dt="0"/>
  <p:txStyles>
    <p:titleStyle>
      <a:lvl1pPr algn="l" defTabSz="914400" rtl="0" eaLnBrk="1" latinLnBrk="0" hangingPunct="1">
        <a:lnSpc>
          <a:spcPct val="90000"/>
        </a:lnSpc>
        <a:spcBef>
          <a:spcPct val="0"/>
        </a:spcBef>
        <a:buNone/>
        <a:defRPr sz="2600" b="1" i="0" kern="1200" baseline="0">
          <a:solidFill>
            <a:schemeClr val="tx2"/>
          </a:solidFill>
          <a:latin typeface="+mj-lt"/>
          <a:ea typeface="+mj-ea"/>
          <a:cs typeface="+mj-cs"/>
        </a:defRPr>
      </a:lvl1pPr>
    </p:titleStyle>
    <p:body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453" userDrawn="1">
          <p15:clr>
            <a:srgbClr val="5ACBF0"/>
          </p15:clr>
        </p15:guide>
        <p15:guide id="7" orient="horz" pos="278" userDrawn="1">
          <p15:clr>
            <a:srgbClr val="5ACBF0"/>
          </p15:clr>
        </p15:guide>
        <p15:guide id="9" pos="240" userDrawn="1">
          <p15:clr>
            <a:srgbClr val="F26B43"/>
          </p15:clr>
        </p15:guide>
        <p15:guide id="10" pos="7440" userDrawn="1">
          <p15:clr>
            <a:srgbClr val="F26B43"/>
          </p15:clr>
        </p15:guide>
        <p15:guide id="11" orient="horz" pos="228" userDrawn="1">
          <p15:clr>
            <a:srgbClr val="F26B43"/>
          </p15:clr>
        </p15:guide>
        <p15:guide id="12" orient="horz" pos="4091" userDrawn="1">
          <p15:clr>
            <a:srgbClr val="F26B43"/>
          </p15:clr>
        </p15:guide>
        <p15:guide id="13" pos="288" userDrawn="1">
          <p15:clr>
            <a:srgbClr val="5ACBF0"/>
          </p15:clr>
        </p15:guide>
        <p15:guide id="14" pos="7392" userDrawn="1">
          <p15:clr>
            <a:srgbClr val="5ACBF0"/>
          </p15:clr>
        </p15:guide>
        <p15:guide id="15" orient="horz" pos="3744" userDrawn="1">
          <p15:clr>
            <a:srgbClr val="F26B43"/>
          </p15:clr>
        </p15:guide>
        <p15:guide id="16" pos="672" userDrawn="1">
          <p15:clr>
            <a:srgbClr val="FDE53C"/>
          </p15:clr>
        </p15:guide>
        <p15:guide id="17" pos="1139" userDrawn="1">
          <p15:clr>
            <a:srgbClr val="FDE53C"/>
          </p15:clr>
        </p15:guide>
        <p15:guide id="18" pos="1590" userDrawn="1">
          <p15:clr>
            <a:srgbClr val="FDE53C"/>
          </p15:clr>
        </p15:guide>
        <p15:guide id="19" pos="2040" userDrawn="1">
          <p15:clr>
            <a:srgbClr val="9FCC3B"/>
          </p15:clr>
        </p15:guide>
        <p15:guide id="20" pos="2490" userDrawn="1">
          <p15:clr>
            <a:srgbClr val="FDE53C"/>
          </p15:clr>
        </p15:guide>
        <p15:guide id="21" pos="2939" userDrawn="1">
          <p15:clr>
            <a:srgbClr val="FDE53C"/>
          </p15:clr>
        </p15:guide>
        <p15:guide id="22" pos="3391" userDrawn="1">
          <p15:clr>
            <a:srgbClr val="FDE53C"/>
          </p15:clr>
        </p15:guide>
        <p15:guide id="23" pos="3840" userDrawn="1">
          <p15:clr>
            <a:srgbClr val="5ACBF0"/>
          </p15:clr>
        </p15:guide>
        <p15:guide id="24" pos="4290" userDrawn="1">
          <p15:clr>
            <a:srgbClr val="FDE53C"/>
          </p15:clr>
        </p15:guide>
        <p15:guide id="25" pos="4740" userDrawn="1">
          <p15:clr>
            <a:srgbClr val="FDE53C"/>
          </p15:clr>
        </p15:guide>
        <p15:guide id="26" pos="5190" userDrawn="1">
          <p15:clr>
            <a:srgbClr val="FDE53C"/>
          </p15:clr>
        </p15:guide>
        <p15:guide id="27" pos="5639" userDrawn="1">
          <p15:clr>
            <a:srgbClr val="9FCC3B"/>
          </p15:clr>
        </p15:guide>
        <p15:guide id="28" pos="6089" userDrawn="1">
          <p15:clr>
            <a:srgbClr val="FDE53C"/>
          </p15:clr>
        </p15:guide>
        <p15:guide id="29" pos="6539" userDrawn="1">
          <p15:clr>
            <a:srgbClr val="FDE53C"/>
          </p15:clr>
        </p15:guide>
        <p15:guide id="30" pos="6992" userDrawn="1">
          <p15:clr>
            <a:srgbClr val="FDE53C"/>
          </p15:clr>
        </p15:guide>
        <p15:guide id="31" orient="horz" pos="1002"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6.png"/><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7.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4000" b="-1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1479-3D5E-0B4A-986B-9A761D3160FC}"/>
              </a:ext>
            </a:extLst>
          </p:cNvPr>
          <p:cNvSpPr>
            <a:spLocks noGrp="1"/>
          </p:cNvSpPr>
          <p:nvPr>
            <p:ph type="ctrTitle"/>
          </p:nvPr>
        </p:nvSpPr>
        <p:spPr>
          <a:xfrm>
            <a:off x="0" y="534010"/>
            <a:ext cx="5612523" cy="4815912"/>
          </a:xfrm>
        </p:spPr>
        <p:txBody>
          <a:bodyPr/>
          <a:lstStyle/>
          <a:p>
            <a:r>
              <a:rPr lang="en-US" dirty="0">
                <a:cs typeface="Arial"/>
              </a:rPr>
              <a:t>An Empirical Framework for IBR Short Circuit Modelling</a:t>
            </a:r>
            <a:endParaRPr lang="en-CA" dirty="0"/>
          </a:p>
        </p:txBody>
      </p:sp>
      <p:sp>
        <p:nvSpPr>
          <p:cNvPr id="3" name="Text Placeholder 2">
            <a:extLst>
              <a:ext uri="{FF2B5EF4-FFF2-40B4-BE49-F238E27FC236}">
                <a16:creationId xmlns:a16="http://schemas.microsoft.com/office/drawing/2014/main" id="{3CB236BE-4503-CD6D-CC03-CB58E7A9FCC4}"/>
              </a:ext>
            </a:extLst>
          </p:cNvPr>
          <p:cNvSpPr>
            <a:spLocks noGrp="1"/>
          </p:cNvSpPr>
          <p:nvPr>
            <p:ph type="body" sz="quarter" idx="10"/>
          </p:nvPr>
        </p:nvSpPr>
        <p:spPr/>
        <p:txBody>
          <a:bodyPr/>
          <a:lstStyle/>
          <a:p>
            <a:r>
              <a:rPr lang="en-US" dirty="0">
                <a:cs typeface="Arial"/>
              </a:rPr>
              <a:t>September 16, 2026</a:t>
            </a:r>
            <a:endParaRPr lang="en-US" dirty="0"/>
          </a:p>
          <a:p>
            <a:endParaRPr lang="en-CA" dirty="0"/>
          </a:p>
        </p:txBody>
      </p:sp>
      <p:sp>
        <p:nvSpPr>
          <p:cNvPr id="4" name="Subtitle 3">
            <a:extLst>
              <a:ext uri="{FF2B5EF4-FFF2-40B4-BE49-F238E27FC236}">
                <a16:creationId xmlns:a16="http://schemas.microsoft.com/office/drawing/2014/main" id="{D25BE9C7-9F16-2A8A-2B6A-9420C1452CD4}"/>
              </a:ext>
            </a:extLst>
          </p:cNvPr>
          <p:cNvSpPr>
            <a:spLocks noGrp="1"/>
          </p:cNvSpPr>
          <p:nvPr>
            <p:ph type="subTitle" idx="1"/>
          </p:nvPr>
        </p:nvSpPr>
        <p:spPr/>
        <p:txBody>
          <a:bodyPr/>
          <a:lstStyle/>
          <a:p>
            <a:r>
              <a:rPr lang="en-US" dirty="0"/>
              <a:t>Hao Xiang Yang</a:t>
            </a:r>
            <a:br>
              <a:rPr lang="en-US" dirty="0"/>
            </a:br>
            <a:r>
              <a:rPr lang="en-US" dirty="0"/>
              <a:t>Supervisor: Prof. Joseph </a:t>
            </a:r>
            <a:r>
              <a:rPr lang="en-US" dirty="0" err="1"/>
              <a:t>Euzebe</a:t>
            </a:r>
            <a:r>
              <a:rPr lang="en-US" dirty="0"/>
              <a:t> Tate</a:t>
            </a:r>
            <a:br>
              <a:rPr lang="en-US" dirty="0"/>
            </a:br>
            <a:r>
              <a:rPr lang="en-US" dirty="0"/>
              <a:t>MASC Thesis, University of Toronto, Engineering</a:t>
            </a:r>
          </a:p>
        </p:txBody>
      </p:sp>
      <p:sp>
        <p:nvSpPr>
          <p:cNvPr id="5" name="Slide Number Placeholder 4">
            <a:extLst>
              <a:ext uri="{FF2B5EF4-FFF2-40B4-BE49-F238E27FC236}">
                <a16:creationId xmlns:a16="http://schemas.microsoft.com/office/drawing/2014/main" id="{95B0C962-FB8A-9F2F-43F7-D107B592DC6A}"/>
              </a:ext>
            </a:extLst>
          </p:cNvPr>
          <p:cNvSpPr>
            <a:spLocks noGrp="1"/>
          </p:cNvSpPr>
          <p:nvPr>
            <p:ph type="sldNum" sz="quarter" idx="13"/>
          </p:nvPr>
        </p:nvSpPr>
        <p:spPr/>
        <p:txBody>
          <a:bodyPr/>
          <a:lstStyle/>
          <a:p>
            <a:fld id="{1BD90C89-BB05-D647-8C9B-C2376028CB3D}" type="slidenum">
              <a:rPr lang="en-CA" smtClean="0"/>
              <a:pPr/>
              <a:t>1</a:t>
            </a:fld>
            <a:endParaRPr lang="en-CA"/>
          </a:p>
        </p:txBody>
      </p:sp>
    </p:spTree>
    <p:extLst>
      <p:ext uri="{BB962C8B-B14F-4D97-AF65-F5344CB8AC3E}">
        <p14:creationId xmlns:p14="http://schemas.microsoft.com/office/powerpoint/2010/main" val="414093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9ACDC-1BD8-E05E-153F-DBC5A693ECB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E5021A-E314-995B-7A89-CD070B418778}"/>
              </a:ext>
            </a:extLst>
          </p:cNvPr>
          <p:cNvSpPr>
            <a:spLocks noGrp="1"/>
          </p:cNvSpPr>
          <p:nvPr>
            <p:ph type="title"/>
          </p:nvPr>
        </p:nvSpPr>
        <p:spPr/>
        <p:txBody>
          <a:bodyPr>
            <a:noAutofit/>
          </a:bodyPr>
          <a:lstStyle/>
          <a:p>
            <a:r>
              <a:rPr lang="en-CA" dirty="0"/>
              <a:t>Motivation</a:t>
            </a:r>
          </a:p>
        </p:txBody>
      </p:sp>
      <p:sp>
        <p:nvSpPr>
          <p:cNvPr id="4" name="Text Placeholder 3">
            <a:extLst>
              <a:ext uri="{FF2B5EF4-FFF2-40B4-BE49-F238E27FC236}">
                <a16:creationId xmlns:a16="http://schemas.microsoft.com/office/drawing/2014/main" id="{6F597AD5-3696-6C60-E743-F36A8FBC7BF8}"/>
              </a:ext>
            </a:extLst>
          </p:cNvPr>
          <p:cNvSpPr>
            <a:spLocks noGrp="1"/>
          </p:cNvSpPr>
          <p:nvPr>
            <p:ph type="body" sz="quarter" idx="13"/>
          </p:nvPr>
        </p:nvSpPr>
        <p:spPr>
          <a:xfrm>
            <a:off x="486104" y="1242601"/>
            <a:ext cx="8570912" cy="785895"/>
          </a:xfrm>
        </p:spPr>
        <p:txBody>
          <a:bodyPr>
            <a:noAutofit/>
          </a:bodyPr>
          <a:lstStyle/>
          <a:p>
            <a:r>
              <a:rPr lang="en-US" dirty="0"/>
              <a:t>The growing usage of inverter-based resources (IBRs) introduces challenges for conventional short-circuit analysis because their fault-current response is governed by converter controls instead of machine impedance.</a:t>
            </a:r>
            <a:endParaRPr lang="en-CA" dirty="0"/>
          </a:p>
          <a:p>
            <a:endParaRPr lang="en-CA" dirty="0"/>
          </a:p>
        </p:txBody>
      </p:sp>
      <p:sp>
        <p:nvSpPr>
          <p:cNvPr id="2" name="Content Placeholder 1">
            <a:extLst>
              <a:ext uri="{FF2B5EF4-FFF2-40B4-BE49-F238E27FC236}">
                <a16:creationId xmlns:a16="http://schemas.microsoft.com/office/drawing/2014/main" id="{E4100FB9-07B6-7711-A1D8-8D6C19C02070}"/>
              </a:ext>
            </a:extLst>
          </p:cNvPr>
          <p:cNvSpPr>
            <a:spLocks noGrp="1"/>
          </p:cNvSpPr>
          <p:nvPr>
            <p:ph idx="1"/>
          </p:nvPr>
        </p:nvSpPr>
        <p:spPr>
          <a:xfrm>
            <a:off x="381000" y="2145967"/>
            <a:ext cx="10034752" cy="4270708"/>
          </a:xfrm>
        </p:spPr>
        <p:txBody>
          <a:bodyPr>
            <a:noAutofit/>
          </a:bodyPr>
          <a:lstStyle/>
          <a:p>
            <a:pPr lvl="0"/>
            <a:r>
              <a:rPr lang="en-CA" b="1" dirty="0">
                <a:solidFill>
                  <a:srgbClr val="000000"/>
                </a:solidFill>
              </a:rPr>
              <a:t>Conventional voltage source behind an impedance has its limitations when trying to represent IBRs</a:t>
            </a:r>
          </a:p>
          <a:p>
            <a:pPr lvl="1"/>
            <a:r>
              <a:rPr lang="en-CA" dirty="0">
                <a:solidFill>
                  <a:srgbClr val="000000"/>
                </a:solidFill>
              </a:rPr>
              <a:t>GFL tends to behave more like a controlled current source during normal operations and many fault conditions.</a:t>
            </a:r>
          </a:p>
          <a:p>
            <a:pPr lvl="1"/>
            <a:r>
              <a:rPr lang="en-CA" dirty="0">
                <a:solidFill>
                  <a:srgbClr val="000000"/>
                </a:solidFill>
              </a:rPr>
              <a:t>Lack certain pre-fault conditions and current limiter behavior</a:t>
            </a:r>
          </a:p>
          <a:p>
            <a:pPr lvl="0"/>
            <a:r>
              <a:rPr lang="en-CA" b="1" dirty="0">
                <a:solidFill>
                  <a:srgbClr val="000000"/>
                </a:solidFill>
              </a:rPr>
              <a:t>Manufacturer-specific lookup tables</a:t>
            </a:r>
          </a:p>
          <a:p>
            <a:pPr lvl="1"/>
            <a:r>
              <a:rPr lang="en-CA" dirty="0">
                <a:solidFill>
                  <a:srgbClr val="000000"/>
                </a:solidFill>
              </a:rPr>
              <a:t>May not be accessible for utilities to do short-circuit studies</a:t>
            </a:r>
          </a:p>
          <a:p>
            <a:pPr lvl="1"/>
            <a:r>
              <a:rPr lang="en-CA" dirty="0">
                <a:solidFill>
                  <a:srgbClr val="000000"/>
                </a:solidFill>
              </a:rPr>
              <a:t>Proprietary =&gt; Require NDAs</a:t>
            </a:r>
          </a:p>
          <a:p>
            <a:pPr lvl="1"/>
            <a:r>
              <a:rPr lang="en-CA" dirty="0">
                <a:solidFill>
                  <a:srgbClr val="000000"/>
                </a:solidFill>
              </a:rPr>
              <a:t>Not generalizable to other IBRs</a:t>
            </a:r>
          </a:p>
          <a:p>
            <a:pPr lvl="0"/>
            <a:r>
              <a:rPr lang="en-CA" b="1" dirty="0">
                <a:solidFill>
                  <a:srgbClr val="000000"/>
                </a:solidFill>
              </a:rPr>
              <a:t>EMT Models</a:t>
            </a:r>
          </a:p>
          <a:p>
            <a:pPr lvl="1"/>
            <a:r>
              <a:rPr lang="en-CA" dirty="0">
                <a:solidFill>
                  <a:srgbClr val="000000"/>
                </a:solidFill>
              </a:rPr>
              <a:t>Need very large computation resources for large networks.</a:t>
            </a:r>
          </a:p>
          <a:p>
            <a:pPr lvl="1"/>
            <a:r>
              <a:rPr lang="en-CA" dirty="0">
                <a:solidFill>
                  <a:srgbClr val="000000"/>
                </a:solidFill>
              </a:rPr>
              <a:t>May not know the detailed vendor-specific EMT models</a:t>
            </a:r>
          </a:p>
          <a:p>
            <a:endParaRPr lang="en-CA" dirty="0"/>
          </a:p>
        </p:txBody>
      </p:sp>
      <p:sp>
        <p:nvSpPr>
          <p:cNvPr id="3" name="Slide Number Placeholder 2">
            <a:extLst>
              <a:ext uri="{FF2B5EF4-FFF2-40B4-BE49-F238E27FC236}">
                <a16:creationId xmlns:a16="http://schemas.microsoft.com/office/drawing/2014/main" id="{F79A9235-D481-4963-B036-F4F642A3643F}"/>
              </a:ext>
            </a:extLst>
          </p:cNvPr>
          <p:cNvSpPr>
            <a:spLocks noGrp="1"/>
          </p:cNvSpPr>
          <p:nvPr>
            <p:ph type="sldNum" sz="quarter" idx="12"/>
          </p:nvPr>
        </p:nvSpPr>
        <p:spPr/>
        <p:txBody>
          <a:bodyPr/>
          <a:lstStyle/>
          <a:p>
            <a:fld id="{E4ECB127-6B1D-4440-BB59-CB7FB51359B3}" type="slidenum">
              <a:rPr lang="en-CA" smtClean="0"/>
              <a:pPr/>
              <a:t>2</a:t>
            </a:fld>
            <a:endParaRPr lang="en-CA"/>
          </a:p>
        </p:txBody>
      </p:sp>
    </p:spTree>
    <p:extLst>
      <p:ext uri="{BB962C8B-B14F-4D97-AF65-F5344CB8AC3E}">
        <p14:creationId xmlns:p14="http://schemas.microsoft.com/office/powerpoint/2010/main" val="3632208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52EE7-4F03-F257-9DA8-8922CE701F7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38BA39-1E6C-9E7D-E851-326C6C466C44}"/>
              </a:ext>
            </a:extLst>
          </p:cNvPr>
          <p:cNvSpPr>
            <a:spLocks noGrp="1"/>
          </p:cNvSpPr>
          <p:nvPr>
            <p:ph type="sldNum" sz="quarter" idx="12"/>
          </p:nvPr>
        </p:nvSpPr>
        <p:spPr/>
        <p:txBody>
          <a:bodyPr/>
          <a:lstStyle/>
          <a:p>
            <a:fld id="{E4ECB127-6B1D-4440-BB59-CB7FB51359B3}" type="slidenum">
              <a:rPr lang="en-CA" smtClean="0"/>
              <a:pPr/>
              <a:t>3</a:t>
            </a:fld>
            <a:endParaRPr lang="en-CA"/>
          </a:p>
        </p:txBody>
      </p:sp>
      <p:sp>
        <p:nvSpPr>
          <p:cNvPr id="4" name="Title 3">
            <a:extLst>
              <a:ext uri="{FF2B5EF4-FFF2-40B4-BE49-F238E27FC236}">
                <a16:creationId xmlns:a16="http://schemas.microsoft.com/office/drawing/2014/main" id="{81613737-CB29-D5A2-2C8A-28895B88D2F6}"/>
              </a:ext>
            </a:extLst>
          </p:cNvPr>
          <p:cNvSpPr>
            <a:spLocks noGrp="1"/>
          </p:cNvSpPr>
          <p:nvPr>
            <p:ph type="title"/>
          </p:nvPr>
        </p:nvSpPr>
        <p:spPr/>
        <p:txBody>
          <a:bodyPr/>
          <a:lstStyle/>
          <a:p>
            <a:r>
              <a:rPr lang="en-CA" dirty="0"/>
              <a:t>Research Gap and Objectives</a:t>
            </a:r>
          </a:p>
        </p:txBody>
      </p:sp>
      <p:sp>
        <p:nvSpPr>
          <p:cNvPr id="5" name="Content Placeholder 4">
            <a:extLst>
              <a:ext uri="{FF2B5EF4-FFF2-40B4-BE49-F238E27FC236}">
                <a16:creationId xmlns:a16="http://schemas.microsoft.com/office/drawing/2014/main" id="{623FC4A0-1FB4-5AE2-3BF3-98F1CB845AEA}"/>
              </a:ext>
            </a:extLst>
          </p:cNvPr>
          <p:cNvSpPr>
            <a:spLocks noGrp="1"/>
          </p:cNvSpPr>
          <p:nvPr>
            <p:ph idx="14"/>
          </p:nvPr>
        </p:nvSpPr>
        <p:spPr>
          <a:xfrm>
            <a:off x="7761288" y="2124075"/>
            <a:ext cx="3789581" cy="2973442"/>
          </a:xfrm>
        </p:spPr>
        <p:txBody>
          <a:bodyPr/>
          <a:lstStyle/>
          <a:p>
            <a:pPr lvl="0"/>
            <a:r>
              <a:rPr lang="en-CA" u="sng" dirty="0"/>
              <a:t>Objective:</a:t>
            </a:r>
          </a:p>
          <a:p>
            <a:pPr marL="342900" lvl="0" indent="-342900">
              <a:buFont typeface="Arial" panose="020B0604020202020204" pitchFamily="34" charset="0"/>
              <a:buChar char="•"/>
            </a:pPr>
            <a:r>
              <a:rPr lang="en-CA" dirty="0"/>
              <a:t>Modelling of the post-fault current.</a:t>
            </a:r>
          </a:p>
          <a:p>
            <a:pPr marL="342900" lvl="0" indent="-342900">
              <a:buFont typeface="Arial" panose="020B0604020202020204" pitchFamily="34" charset="0"/>
              <a:buChar char="•"/>
            </a:pPr>
            <a:r>
              <a:rPr lang="en-CA" dirty="0"/>
              <a:t>Identify dominant variables and control mechanisms affecting IBR fault current.</a:t>
            </a:r>
          </a:p>
          <a:p>
            <a:pPr marL="342900" lvl="0" indent="-342900">
              <a:buFont typeface="Arial" panose="020B0604020202020204" pitchFamily="34" charset="0"/>
              <a:buChar char="•"/>
            </a:pPr>
            <a:endParaRPr lang="en-CA" dirty="0"/>
          </a:p>
          <a:p>
            <a:pPr lvl="0"/>
            <a:endParaRPr lang="en-CA" dirty="0"/>
          </a:p>
        </p:txBody>
      </p:sp>
      <p:sp>
        <p:nvSpPr>
          <p:cNvPr id="16" name="Content Placeholder 1">
            <a:extLst>
              <a:ext uri="{FF2B5EF4-FFF2-40B4-BE49-F238E27FC236}">
                <a16:creationId xmlns:a16="http://schemas.microsoft.com/office/drawing/2014/main" id="{B6DC4A3E-06F6-5DA1-5E76-B7A45649D349}"/>
              </a:ext>
            </a:extLst>
          </p:cNvPr>
          <p:cNvSpPr>
            <a:spLocks noGrp="1"/>
          </p:cNvSpPr>
          <p:nvPr>
            <p:ph idx="1"/>
          </p:nvPr>
        </p:nvSpPr>
        <p:spPr>
          <a:xfrm>
            <a:off x="286407" y="1431173"/>
            <a:ext cx="7112876" cy="4798641"/>
          </a:xfrm>
        </p:spPr>
        <p:txBody>
          <a:bodyPr>
            <a:noAutofit/>
          </a:bodyPr>
          <a:lstStyle/>
          <a:p>
            <a:pPr lvl="0"/>
            <a:r>
              <a:rPr lang="en-CA" b="1" dirty="0">
                <a:solidFill>
                  <a:srgbClr val="000000"/>
                </a:solidFill>
              </a:rPr>
              <a:t>Voltage Phase</a:t>
            </a:r>
          </a:p>
          <a:p>
            <a:pPr lvl="1"/>
            <a:r>
              <a:rPr lang="en-CA" dirty="0">
                <a:solidFill>
                  <a:srgbClr val="000000"/>
                </a:solidFill>
              </a:rPr>
              <a:t>A fault can produce a positive-sequence phase shift.</a:t>
            </a:r>
          </a:p>
          <a:p>
            <a:pPr lvl="1"/>
            <a:r>
              <a:rPr lang="en-CA" dirty="0">
                <a:solidFill>
                  <a:srgbClr val="000000"/>
                </a:solidFill>
              </a:rPr>
              <a:t>Changes current angle and apparent impedance</a:t>
            </a:r>
          </a:p>
          <a:p>
            <a:pPr lvl="0"/>
            <a:r>
              <a:rPr lang="en-CA" b="1" dirty="0">
                <a:solidFill>
                  <a:srgbClr val="000000"/>
                </a:solidFill>
              </a:rPr>
              <a:t>Simplification of PLL Dynamics</a:t>
            </a:r>
          </a:p>
          <a:p>
            <a:pPr lvl="1"/>
            <a:r>
              <a:rPr lang="en-CA" dirty="0">
                <a:solidFill>
                  <a:srgbClr val="000000"/>
                </a:solidFill>
              </a:rPr>
              <a:t>PLL has much weaker voltage reference at low voltage =&gt; less reliable</a:t>
            </a:r>
          </a:p>
          <a:p>
            <a:pPr lvl="1"/>
            <a:r>
              <a:rPr lang="en-CA" dirty="0">
                <a:solidFill>
                  <a:srgbClr val="000000"/>
                </a:solidFill>
              </a:rPr>
              <a:t>Fault current can depend on the pre-fault controller state.</a:t>
            </a:r>
          </a:p>
          <a:p>
            <a:pPr lvl="0"/>
            <a:r>
              <a:rPr lang="en-CA" b="1" dirty="0">
                <a:solidFill>
                  <a:srgbClr val="000000"/>
                </a:solidFill>
              </a:rPr>
              <a:t>Current Limiting Behavior</a:t>
            </a:r>
          </a:p>
          <a:p>
            <a:pPr lvl="1"/>
            <a:r>
              <a:rPr lang="en-CA" dirty="0">
                <a:solidFill>
                  <a:srgbClr val="000000"/>
                </a:solidFill>
              </a:rPr>
              <a:t>Current control priority for Id and </a:t>
            </a:r>
            <a:r>
              <a:rPr lang="en-CA" dirty="0" err="1">
                <a:solidFill>
                  <a:srgbClr val="000000"/>
                </a:solidFill>
              </a:rPr>
              <a:t>Iq</a:t>
            </a:r>
            <a:endParaRPr lang="en-CA" dirty="0">
              <a:solidFill>
                <a:srgbClr val="000000"/>
              </a:solidFill>
            </a:endParaRPr>
          </a:p>
          <a:p>
            <a:pPr lvl="1"/>
            <a:r>
              <a:rPr lang="en-CA" dirty="0">
                <a:solidFill>
                  <a:srgbClr val="000000"/>
                </a:solidFill>
              </a:rPr>
              <a:t>IBR current limits are very low compared to SGs</a:t>
            </a:r>
          </a:p>
          <a:p>
            <a:r>
              <a:rPr lang="en-CA" b="1" dirty="0"/>
              <a:t>Nonlinear and Piecewise Fault Behavior</a:t>
            </a:r>
          </a:p>
          <a:p>
            <a:pPr lvl="1"/>
            <a:endParaRPr lang="en-CA" b="1" dirty="0"/>
          </a:p>
          <a:p>
            <a:endParaRPr lang="en-CA" dirty="0"/>
          </a:p>
        </p:txBody>
      </p:sp>
      <p:pic>
        <p:nvPicPr>
          <p:cNvPr id="6" name="Picture 5">
            <a:extLst>
              <a:ext uri="{FF2B5EF4-FFF2-40B4-BE49-F238E27FC236}">
                <a16:creationId xmlns:a16="http://schemas.microsoft.com/office/drawing/2014/main" id="{F45855AC-51D5-0DEE-EDFE-356BD4A6997A}"/>
              </a:ext>
            </a:extLst>
          </p:cNvPr>
          <p:cNvPicPr>
            <a:picLocks noChangeAspect="1"/>
          </p:cNvPicPr>
          <p:nvPr/>
        </p:nvPicPr>
        <p:blipFill>
          <a:blip r:embed="rId3"/>
          <a:stretch>
            <a:fillRect/>
          </a:stretch>
        </p:blipFill>
        <p:spPr>
          <a:xfrm>
            <a:off x="779178" y="5170131"/>
            <a:ext cx="6281797" cy="1059683"/>
          </a:xfrm>
          <a:prstGeom prst="rect">
            <a:avLst/>
          </a:prstGeom>
        </p:spPr>
      </p:pic>
    </p:spTree>
    <p:extLst>
      <p:ext uri="{BB962C8B-B14F-4D97-AF65-F5344CB8AC3E}">
        <p14:creationId xmlns:p14="http://schemas.microsoft.com/office/powerpoint/2010/main" val="2898419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B8598-D49A-E522-5CC7-3E22AB300783}"/>
              </a:ext>
            </a:extLst>
          </p:cNvPr>
          <p:cNvSpPr>
            <a:spLocks noGrp="1"/>
          </p:cNvSpPr>
          <p:nvPr>
            <p:ph type="title"/>
          </p:nvPr>
        </p:nvSpPr>
        <p:spPr/>
        <p:txBody>
          <a:bodyPr/>
          <a:lstStyle/>
          <a:p>
            <a:r>
              <a:rPr lang="en-CA" dirty="0"/>
              <a:t>Benchmark Inverter and Test System</a:t>
            </a:r>
          </a:p>
        </p:txBody>
      </p:sp>
      <p:sp>
        <p:nvSpPr>
          <p:cNvPr id="3" name="Content Placeholder 2">
            <a:extLst>
              <a:ext uri="{FF2B5EF4-FFF2-40B4-BE49-F238E27FC236}">
                <a16:creationId xmlns:a16="http://schemas.microsoft.com/office/drawing/2014/main" id="{010EB5D0-68C0-36B6-57C7-3885B3573B48}"/>
              </a:ext>
            </a:extLst>
          </p:cNvPr>
          <p:cNvSpPr>
            <a:spLocks noGrp="1"/>
          </p:cNvSpPr>
          <p:nvPr>
            <p:ph idx="1"/>
          </p:nvPr>
        </p:nvSpPr>
        <p:spPr>
          <a:xfrm>
            <a:off x="381000" y="1177159"/>
            <a:ext cx="8570912" cy="4304479"/>
          </a:xfrm>
        </p:spPr>
        <p:txBody>
          <a:bodyPr/>
          <a:lstStyle/>
          <a:p>
            <a:r>
              <a:rPr lang="en-CA" b="1" dirty="0"/>
              <a:t>Operating Mode</a:t>
            </a:r>
            <a:endParaRPr lang="en-CA" dirty="0"/>
          </a:p>
          <a:p>
            <a:pPr lvl="1"/>
            <a:r>
              <a:rPr lang="en-CA" dirty="0"/>
              <a:t>GFL with SRF-PLL: Standard Q injection GFL configuration</a:t>
            </a:r>
            <a:endParaRPr lang="en-CA" b="1" dirty="0"/>
          </a:p>
          <a:p>
            <a:r>
              <a:rPr lang="en-CA" b="1" dirty="0"/>
              <a:t>Base Values and Inverter References</a:t>
            </a:r>
          </a:p>
          <a:p>
            <a:endParaRPr lang="en-CA" b="1" dirty="0"/>
          </a:p>
          <a:p>
            <a:endParaRPr lang="en-CA" b="1" dirty="0"/>
          </a:p>
          <a:p>
            <a:r>
              <a:rPr lang="en-CA" b="1" dirty="0"/>
              <a:t>Inverter Response to Fault</a:t>
            </a:r>
          </a:p>
          <a:p>
            <a:endParaRPr lang="en-CA" dirty="0"/>
          </a:p>
        </p:txBody>
      </p:sp>
      <p:sp>
        <p:nvSpPr>
          <p:cNvPr id="4" name="Slide Number Placeholder 3">
            <a:extLst>
              <a:ext uri="{FF2B5EF4-FFF2-40B4-BE49-F238E27FC236}">
                <a16:creationId xmlns:a16="http://schemas.microsoft.com/office/drawing/2014/main" id="{80ACBEA6-9FDA-5600-FB9C-6B1720AAF5C3}"/>
              </a:ext>
            </a:extLst>
          </p:cNvPr>
          <p:cNvSpPr>
            <a:spLocks noGrp="1"/>
          </p:cNvSpPr>
          <p:nvPr>
            <p:ph type="sldNum" sz="quarter" idx="12"/>
          </p:nvPr>
        </p:nvSpPr>
        <p:spPr/>
        <p:txBody>
          <a:bodyPr/>
          <a:lstStyle/>
          <a:p>
            <a:fld id="{1BD90C89-BB05-D647-8C9B-C2376028CB3D}" type="slidenum">
              <a:rPr lang="en-CA" smtClean="0"/>
              <a:t>4</a:t>
            </a:fld>
            <a:endParaRPr lang="en-CA"/>
          </a:p>
        </p:txBody>
      </p:sp>
      <p:pic>
        <p:nvPicPr>
          <p:cNvPr id="6" name="Picture 5">
            <a:extLst>
              <a:ext uri="{FF2B5EF4-FFF2-40B4-BE49-F238E27FC236}">
                <a16:creationId xmlns:a16="http://schemas.microsoft.com/office/drawing/2014/main" id="{D06F3B88-670B-78D8-1655-DFB728A1CE10}"/>
              </a:ext>
            </a:extLst>
          </p:cNvPr>
          <p:cNvPicPr>
            <a:picLocks noChangeAspect="1"/>
          </p:cNvPicPr>
          <p:nvPr/>
        </p:nvPicPr>
        <p:blipFill>
          <a:blip r:embed="rId3"/>
          <a:stretch>
            <a:fillRect/>
          </a:stretch>
        </p:blipFill>
        <p:spPr>
          <a:xfrm>
            <a:off x="7062569" y="0"/>
            <a:ext cx="4592980" cy="2077776"/>
          </a:xfrm>
          <a:prstGeom prst="rect">
            <a:avLst/>
          </a:prstGeom>
        </p:spPr>
      </p:pic>
      <p:pic>
        <p:nvPicPr>
          <p:cNvPr id="8" name="Picture 7">
            <a:extLst>
              <a:ext uri="{FF2B5EF4-FFF2-40B4-BE49-F238E27FC236}">
                <a16:creationId xmlns:a16="http://schemas.microsoft.com/office/drawing/2014/main" id="{7C9992F7-5F0D-B6AC-FEA8-E52080038141}"/>
              </a:ext>
            </a:extLst>
          </p:cNvPr>
          <p:cNvPicPr>
            <a:picLocks noChangeAspect="1"/>
          </p:cNvPicPr>
          <p:nvPr/>
        </p:nvPicPr>
        <p:blipFill>
          <a:blip r:embed="rId4"/>
          <a:stretch>
            <a:fillRect/>
          </a:stretch>
        </p:blipFill>
        <p:spPr>
          <a:xfrm>
            <a:off x="1165023" y="2309357"/>
            <a:ext cx="8769348" cy="793208"/>
          </a:xfrm>
          <a:prstGeom prst="rect">
            <a:avLst/>
          </a:prstGeom>
        </p:spPr>
      </p:pic>
      <p:pic>
        <p:nvPicPr>
          <p:cNvPr id="7" name="Picture 6">
            <a:extLst>
              <a:ext uri="{FF2B5EF4-FFF2-40B4-BE49-F238E27FC236}">
                <a16:creationId xmlns:a16="http://schemas.microsoft.com/office/drawing/2014/main" id="{F11DE2A7-F4A2-9E3B-DEBE-6353402B5DD4}"/>
              </a:ext>
            </a:extLst>
          </p:cNvPr>
          <p:cNvPicPr>
            <a:picLocks noChangeAspect="1"/>
          </p:cNvPicPr>
          <p:nvPr/>
        </p:nvPicPr>
        <p:blipFill>
          <a:blip r:embed="rId5"/>
          <a:stretch>
            <a:fillRect/>
          </a:stretch>
        </p:blipFill>
        <p:spPr>
          <a:xfrm>
            <a:off x="713467" y="3755436"/>
            <a:ext cx="9130444" cy="2524989"/>
          </a:xfrm>
          <a:prstGeom prst="rect">
            <a:avLst/>
          </a:prstGeom>
        </p:spPr>
      </p:pic>
    </p:spTree>
    <p:extLst>
      <p:ext uri="{BB962C8B-B14F-4D97-AF65-F5344CB8AC3E}">
        <p14:creationId xmlns:p14="http://schemas.microsoft.com/office/powerpoint/2010/main" val="3131926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22A65-3D56-C15C-DE56-03E923B41DBB}"/>
              </a:ext>
            </a:extLst>
          </p:cNvPr>
          <p:cNvSpPr>
            <a:spLocks noGrp="1"/>
          </p:cNvSpPr>
          <p:nvPr>
            <p:ph type="title"/>
          </p:nvPr>
        </p:nvSpPr>
        <p:spPr/>
        <p:txBody>
          <a:bodyPr/>
          <a:lstStyle/>
          <a:p>
            <a:r>
              <a:rPr lang="en-CA" dirty="0"/>
              <a:t>Controller Mechanisms that Matter During Faults</a:t>
            </a:r>
          </a:p>
        </p:txBody>
      </p:sp>
      <p:sp>
        <p:nvSpPr>
          <p:cNvPr id="3" name="Content Placeholder 2">
            <a:extLst>
              <a:ext uri="{FF2B5EF4-FFF2-40B4-BE49-F238E27FC236}">
                <a16:creationId xmlns:a16="http://schemas.microsoft.com/office/drawing/2014/main" id="{B9C1AA5E-C88F-FBFA-44AF-F0DBB78CDE6D}"/>
              </a:ext>
            </a:extLst>
          </p:cNvPr>
          <p:cNvSpPr>
            <a:spLocks noGrp="1"/>
          </p:cNvSpPr>
          <p:nvPr>
            <p:ph idx="1"/>
          </p:nvPr>
        </p:nvSpPr>
        <p:spPr>
          <a:xfrm>
            <a:off x="381000" y="1324303"/>
            <a:ext cx="4706007" cy="4157335"/>
          </a:xfrm>
        </p:spPr>
        <p:txBody>
          <a:bodyPr/>
          <a:lstStyle/>
          <a:p>
            <a:r>
              <a:rPr lang="en-CA" b="1" dirty="0"/>
              <a:t>Inverter VSC Reference Current PI Controller</a:t>
            </a:r>
          </a:p>
          <a:p>
            <a:endParaRPr lang="en-CA" dirty="0"/>
          </a:p>
          <a:p>
            <a:endParaRPr lang="en-CA" dirty="0"/>
          </a:p>
        </p:txBody>
      </p:sp>
      <p:sp>
        <p:nvSpPr>
          <p:cNvPr id="4" name="Slide Number Placeholder 3">
            <a:extLst>
              <a:ext uri="{FF2B5EF4-FFF2-40B4-BE49-F238E27FC236}">
                <a16:creationId xmlns:a16="http://schemas.microsoft.com/office/drawing/2014/main" id="{5E7246C1-F027-F831-EF8D-3852127470A6}"/>
              </a:ext>
            </a:extLst>
          </p:cNvPr>
          <p:cNvSpPr>
            <a:spLocks noGrp="1"/>
          </p:cNvSpPr>
          <p:nvPr>
            <p:ph type="sldNum" sz="quarter" idx="12"/>
          </p:nvPr>
        </p:nvSpPr>
        <p:spPr/>
        <p:txBody>
          <a:bodyPr/>
          <a:lstStyle/>
          <a:p>
            <a:fld id="{1BD90C89-BB05-D647-8C9B-C2376028CB3D}" type="slidenum">
              <a:rPr lang="en-CA" smtClean="0"/>
              <a:t>5</a:t>
            </a:fld>
            <a:endParaRPr lang="en-CA"/>
          </a:p>
        </p:txBody>
      </p:sp>
      <p:sp>
        <p:nvSpPr>
          <p:cNvPr id="9" name="Content Placeholder 2">
            <a:extLst>
              <a:ext uri="{FF2B5EF4-FFF2-40B4-BE49-F238E27FC236}">
                <a16:creationId xmlns:a16="http://schemas.microsoft.com/office/drawing/2014/main" id="{D16E8B2C-0509-5B50-74E1-CF17C1C4BF0B}"/>
              </a:ext>
            </a:extLst>
          </p:cNvPr>
          <p:cNvSpPr txBox="1">
            <a:spLocks/>
          </p:cNvSpPr>
          <p:nvPr/>
        </p:nvSpPr>
        <p:spPr>
          <a:xfrm>
            <a:off x="6598909" y="1324303"/>
            <a:ext cx="4706007" cy="2753712"/>
          </a:xfrm>
          <a:prstGeom prst="rect">
            <a:avLst/>
          </a:prstGeom>
        </p:spPr>
        <p:txBody>
          <a:bodyPr vert="horz" lIns="91440" tIns="45720" rIns="91440" bIns="45720" rtlCol="0">
            <a:noAutofit/>
          </a:bodyPr>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b="1" dirty="0"/>
              <a:t>SRF-PLL Control Loop</a:t>
            </a:r>
          </a:p>
          <a:p>
            <a:endParaRPr lang="en-CA" dirty="0"/>
          </a:p>
        </p:txBody>
      </p:sp>
      <p:pic>
        <p:nvPicPr>
          <p:cNvPr id="11" name="Picture 10">
            <a:extLst>
              <a:ext uri="{FF2B5EF4-FFF2-40B4-BE49-F238E27FC236}">
                <a16:creationId xmlns:a16="http://schemas.microsoft.com/office/drawing/2014/main" id="{7A376097-1C5F-DAB7-7D87-7B98BF5A727A}"/>
              </a:ext>
            </a:extLst>
          </p:cNvPr>
          <p:cNvPicPr>
            <a:picLocks noChangeAspect="1"/>
          </p:cNvPicPr>
          <p:nvPr/>
        </p:nvPicPr>
        <p:blipFill>
          <a:blip r:embed="rId3"/>
          <a:stretch>
            <a:fillRect/>
          </a:stretch>
        </p:blipFill>
        <p:spPr>
          <a:xfrm>
            <a:off x="5888310" y="2326625"/>
            <a:ext cx="5815738" cy="2512697"/>
          </a:xfrm>
          <a:prstGeom prst="rect">
            <a:avLst/>
          </a:prstGeom>
        </p:spPr>
      </p:pic>
      <p:pic>
        <p:nvPicPr>
          <p:cNvPr id="15" name="Picture 14">
            <a:extLst>
              <a:ext uri="{FF2B5EF4-FFF2-40B4-BE49-F238E27FC236}">
                <a16:creationId xmlns:a16="http://schemas.microsoft.com/office/drawing/2014/main" id="{86E6A973-4577-FF62-3402-95D3FABAED30}"/>
              </a:ext>
            </a:extLst>
          </p:cNvPr>
          <p:cNvPicPr>
            <a:picLocks noChangeAspect="1"/>
          </p:cNvPicPr>
          <p:nvPr/>
        </p:nvPicPr>
        <p:blipFill>
          <a:blip r:embed="rId4"/>
          <a:stretch>
            <a:fillRect/>
          </a:stretch>
        </p:blipFill>
        <p:spPr>
          <a:xfrm>
            <a:off x="593634" y="1755932"/>
            <a:ext cx="4381880" cy="1874682"/>
          </a:xfrm>
          <a:prstGeom prst="rect">
            <a:avLst/>
          </a:prstGeom>
        </p:spPr>
      </p:pic>
      <p:pic>
        <p:nvPicPr>
          <p:cNvPr id="17" name="Picture 16">
            <a:extLst>
              <a:ext uri="{FF2B5EF4-FFF2-40B4-BE49-F238E27FC236}">
                <a16:creationId xmlns:a16="http://schemas.microsoft.com/office/drawing/2014/main" id="{8DE555A8-A930-5D09-86A8-3373D09342BB}"/>
              </a:ext>
            </a:extLst>
          </p:cNvPr>
          <p:cNvPicPr>
            <a:picLocks noChangeAspect="1"/>
          </p:cNvPicPr>
          <p:nvPr/>
        </p:nvPicPr>
        <p:blipFill>
          <a:blip r:embed="rId5"/>
          <a:stretch>
            <a:fillRect/>
          </a:stretch>
        </p:blipFill>
        <p:spPr>
          <a:xfrm>
            <a:off x="380176" y="3402970"/>
            <a:ext cx="3330660" cy="3185057"/>
          </a:xfrm>
          <a:prstGeom prst="rect">
            <a:avLst/>
          </a:prstGeom>
        </p:spPr>
      </p:pic>
    </p:spTree>
    <p:extLst>
      <p:ext uri="{BB962C8B-B14F-4D97-AF65-F5344CB8AC3E}">
        <p14:creationId xmlns:p14="http://schemas.microsoft.com/office/powerpoint/2010/main" val="3969164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2BBEC-CD12-D6B2-4781-8D4090CCF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59568-057D-9CC1-373C-D3B453645AA1}"/>
              </a:ext>
            </a:extLst>
          </p:cNvPr>
          <p:cNvSpPr>
            <a:spLocks noGrp="1"/>
          </p:cNvSpPr>
          <p:nvPr>
            <p:ph type="title"/>
          </p:nvPr>
        </p:nvSpPr>
        <p:spPr/>
        <p:txBody>
          <a:bodyPr/>
          <a:lstStyle/>
          <a:p>
            <a:r>
              <a:rPr lang="en-CA" dirty="0"/>
              <a:t>Simulation and Data Generation</a:t>
            </a:r>
          </a:p>
        </p:txBody>
      </p:sp>
      <p:sp>
        <p:nvSpPr>
          <p:cNvPr id="4" name="Slide Number Placeholder 3">
            <a:extLst>
              <a:ext uri="{FF2B5EF4-FFF2-40B4-BE49-F238E27FC236}">
                <a16:creationId xmlns:a16="http://schemas.microsoft.com/office/drawing/2014/main" id="{5BD54038-79A3-556B-8B8C-5090E8671E0F}"/>
              </a:ext>
            </a:extLst>
          </p:cNvPr>
          <p:cNvSpPr>
            <a:spLocks noGrp="1"/>
          </p:cNvSpPr>
          <p:nvPr>
            <p:ph type="sldNum" sz="quarter" idx="12"/>
          </p:nvPr>
        </p:nvSpPr>
        <p:spPr/>
        <p:txBody>
          <a:bodyPr/>
          <a:lstStyle/>
          <a:p>
            <a:fld id="{1BD90C89-BB05-D647-8C9B-C2376028CB3D}" type="slidenum">
              <a:rPr lang="en-CA" smtClean="0"/>
              <a:t>6</a:t>
            </a:fld>
            <a:endParaRPr lang="en-CA"/>
          </a:p>
        </p:txBody>
      </p:sp>
      <p:pic>
        <p:nvPicPr>
          <p:cNvPr id="7" name="Picture 6">
            <a:extLst>
              <a:ext uri="{FF2B5EF4-FFF2-40B4-BE49-F238E27FC236}">
                <a16:creationId xmlns:a16="http://schemas.microsoft.com/office/drawing/2014/main" id="{4332F964-AC67-BB11-3B4E-366DFFFE98D3}"/>
              </a:ext>
            </a:extLst>
          </p:cNvPr>
          <p:cNvPicPr>
            <a:picLocks noChangeAspect="1"/>
          </p:cNvPicPr>
          <p:nvPr/>
        </p:nvPicPr>
        <p:blipFill>
          <a:blip r:embed="rId3"/>
          <a:stretch>
            <a:fillRect/>
          </a:stretch>
        </p:blipFill>
        <p:spPr>
          <a:xfrm>
            <a:off x="6096000" y="794405"/>
            <a:ext cx="4592980" cy="2077776"/>
          </a:xfrm>
          <a:prstGeom prst="rect">
            <a:avLst/>
          </a:prstGeom>
        </p:spPr>
      </p:pic>
      <p:sp>
        <p:nvSpPr>
          <p:cNvPr id="8" name="Text Placeholder 5">
            <a:extLst>
              <a:ext uri="{FF2B5EF4-FFF2-40B4-BE49-F238E27FC236}">
                <a16:creationId xmlns:a16="http://schemas.microsoft.com/office/drawing/2014/main" id="{E3CB24F6-AD13-DB63-7558-A9FA94362CE9}"/>
              </a:ext>
            </a:extLst>
          </p:cNvPr>
          <p:cNvSpPr txBox="1">
            <a:spLocks/>
          </p:cNvSpPr>
          <p:nvPr/>
        </p:nvSpPr>
        <p:spPr>
          <a:xfrm>
            <a:off x="827274" y="1592263"/>
            <a:ext cx="5002212" cy="571722"/>
          </a:xfrm>
          <a:prstGeom prst="rect">
            <a:avLst/>
          </a:prstGeom>
        </p:spPr>
        <p:txBody>
          <a:bodyPr vert="horz" lIns="91440" tIns="45720" rIns="91440" bIns="45720" rtlCol="0">
            <a:noAutofit/>
          </a:bodyPr>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b="1" dirty="0">
                <a:solidFill>
                  <a:schemeClr val="accent5"/>
                </a:solidFill>
              </a:rPr>
              <a:t>One Inverter Sweep</a:t>
            </a:r>
          </a:p>
        </p:txBody>
      </p:sp>
      <p:sp>
        <p:nvSpPr>
          <p:cNvPr id="9" name="Content Placeholder 6">
            <a:extLst>
              <a:ext uri="{FF2B5EF4-FFF2-40B4-BE49-F238E27FC236}">
                <a16:creationId xmlns:a16="http://schemas.microsoft.com/office/drawing/2014/main" id="{9B9DFFB3-3793-83D9-52D0-45354B0053BF}"/>
              </a:ext>
            </a:extLst>
          </p:cNvPr>
          <p:cNvSpPr txBox="1">
            <a:spLocks/>
          </p:cNvSpPr>
          <p:nvPr/>
        </p:nvSpPr>
        <p:spPr>
          <a:xfrm>
            <a:off x="827274" y="1948084"/>
            <a:ext cx="5002212" cy="3317653"/>
          </a:xfrm>
          <a:prstGeom prst="rect">
            <a:avLst/>
          </a:prstGeom>
        </p:spPr>
        <p:txBody>
          <a:bodyPr>
            <a:noAutofit/>
          </a:bodyPr>
          <a:lstStyle>
            <a:lvl1pPr marL="173038" indent="-173038" algn="l" defTabSz="914400" rtl="0" eaLnBrk="1" latinLnBrk="0" hangingPunct="1">
              <a:lnSpc>
                <a:spcPct val="110000"/>
              </a:lnSpc>
              <a:spcBef>
                <a:spcPts val="1600"/>
              </a:spcBef>
              <a:buFont typeface="Arial" panose="020B0604020202020204" pitchFamily="34" charset="0"/>
              <a:buChar char="•"/>
              <a:tabLst/>
              <a:defRPr sz="1400" kern="1200">
                <a:solidFill>
                  <a:schemeClr val="tx1"/>
                </a:solidFill>
                <a:latin typeface="+mn-lt"/>
                <a:ea typeface="+mn-ea"/>
                <a:cs typeface="+mn-cs"/>
              </a:defRPr>
            </a:lvl1pPr>
            <a:lvl2pPr marL="519113" indent="-176213" algn="l" defTabSz="914400" rtl="0" eaLnBrk="1" latinLnBrk="0" hangingPunct="1">
              <a:lnSpc>
                <a:spcPct val="110000"/>
              </a:lnSpc>
              <a:spcBef>
                <a:spcPts val="800"/>
              </a:spcBef>
              <a:buSzPct val="85000"/>
              <a:buFont typeface="System Font Regular"/>
              <a:buChar char="⚬"/>
              <a:tabLst/>
              <a:defRPr sz="1400" kern="1200">
                <a:solidFill>
                  <a:schemeClr val="tx1"/>
                </a:solidFill>
                <a:latin typeface="+mn-lt"/>
                <a:ea typeface="+mn-ea"/>
                <a:cs typeface="+mn-cs"/>
              </a:defRPr>
            </a:lvl2pPr>
            <a:lvl3pPr marL="8620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3pPr>
            <a:lvl4pPr marL="1262063" indent="-17462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4pPr>
            <a:lvl5pPr marL="1662113" indent="-168275" algn="l" defTabSz="914400" rtl="0" eaLnBrk="1" latinLnBrk="0" hangingPunct="1">
              <a:lnSpc>
                <a:spcPct val="110000"/>
              </a:lnSpc>
              <a:spcBef>
                <a:spcPts val="500"/>
              </a:spcBef>
              <a:buFont typeface="System Font Regular"/>
              <a:buChar char="⁃"/>
              <a:tabLst/>
              <a:defRPr sz="1200" kern="1200">
                <a:solidFill>
                  <a:schemeClr val="tx1"/>
                </a:solidFill>
                <a:latin typeface="+mn-lt"/>
                <a:ea typeface="+mn-ea"/>
                <a:cs typeface="+mn-cs"/>
              </a:defRPr>
            </a:lvl5pPr>
            <a:lvl6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6pPr>
            <a:lvl7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7pPr>
            <a:lvl8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8pPr>
            <a:lvl9pPr marL="1662113" indent="-168275" algn="l" defTabSz="914400" rtl="0" eaLnBrk="1" latinLnBrk="0" hangingPunct="1">
              <a:lnSpc>
                <a:spcPct val="90000"/>
              </a:lnSpc>
              <a:spcBef>
                <a:spcPts val="500"/>
              </a:spcBef>
              <a:buFont typeface="System Font Regular"/>
              <a:buChar char="⁃"/>
              <a:tabLst/>
              <a:defRPr sz="1200" kern="1200">
                <a:solidFill>
                  <a:schemeClr val="tx1"/>
                </a:solidFill>
                <a:latin typeface="+mn-lt"/>
                <a:ea typeface="+mn-ea"/>
                <a:cs typeface="+mn-cs"/>
              </a:defRPr>
            </a:lvl9pPr>
          </a:lstStyle>
          <a:p>
            <a:r>
              <a:rPr lang="en-CA" dirty="0"/>
              <a:t>Varying</a:t>
            </a:r>
          </a:p>
          <a:p>
            <a:pPr lvl="1"/>
            <a:r>
              <a:rPr lang="en-CA" dirty="0"/>
              <a:t>Pref, </a:t>
            </a:r>
            <a:r>
              <a:rPr lang="en-CA" dirty="0" err="1"/>
              <a:t>Qref</a:t>
            </a:r>
            <a:endParaRPr lang="en-CA" dirty="0"/>
          </a:p>
          <a:p>
            <a:pPr lvl="1"/>
            <a:r>
              <a:rPr lang="en-CA" dirty="0"/>
              <a:t>Terminal Voltage Magnitude and Phase</a:t>
            </a:r>
          </a:p>
          <a:p>
            <a:pPr lvl="1"/>
            <a:r>
              <a:rPr lang="en-CA" dirty="0" err="1"/>
              <a:t>Prefault</a:t>
            </a:r>
            <a:r>
              <a:rPr lang="en-CA" dirty="0"/>
              <a:t> Terminal Voltage Magnitude</a:t>
            </a:r>
          </a:p>
          <a:p>
            <a:r>
              <a:rPr lang="en-CA" dirty="0"/>
              <a:t>Recording current magnitude and phase</a:t>
            </a:r>
          </a:p>
          <a:p>
            <a:pPr marL="0" indent="0">
              <a:buFont typeface="Arial" panose="020B0604020202020204" pitchFamily="34" charset="0"/>
              <a:buNone/>
            </a:pPr>
            <a:endParaRPr lang="en-CA" dirty="0"/>
          </a:p>
        </p:txBody>
      </p:sp>
      <p:pic>
        <p:nvPicPr>
          <p:cNvPr id="5" name="Picture 4">
            <a:extLst>
              <a:ext uri="{FF2B5EF4-FFF2-40B4-BE49-F238E27FC236}">
                <a16:creationId xmlns:a16="http://schemas.microsoft.com/office/drawing/2014/main" id="{5480FB8C-C046-F82E-D241-4B313E189ACA}"/>
              </a:ext>
            </a:extLst>
          </p:cNvPr>
          <p:cNvPicPr>
            <a:picLocks noChangeAspect="1"/>
          </p:cNvPicPr>
          <p:nvPr/>
        </p:nvPicPr>
        <p:blipFill>
          <a:blip r:embed="rId4"/>
          <a:stretch>
            <a:fillRect/>
          </a:stretch>
        </p:blipFill>
        <p:spPr>
          <a:xfrm>
            <a:off x="5056623" y="3985820"/>
            <a:ext cx="6671733" cy="1845042"/>
          </a:xfrm>
          <a:prstGeom prst="rect">
            <a:avLst/>
          </a:prstGeom>
        </p:spPr>
      </p:pic>
    </p:spTree>
    <p:extLst>
      <p:ext uri="{BB962C8B-B14F-4D97-AF65-F5344CB8AC3E}">
        <p14:creationId xmlns:p14="http://schemas.microsoft.com/office/powerpoint/2010/main" val="3530243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ADAF-E47C-24BF-FF9D-ADBC825D228E}"/>
              </a:ext>
            </a:extLst>
          </p:cNvPr>
          <p:cNvSpPr>
            <a:spLocks noGrp="1"/>
          </p:cNvSpPr>
          <p:nvPr>
            <p:ph type="title"/>
          </p:nvPr>
        </p:nvSpPr>
        <p:spPr/>
        <p:txBody>
          <a:bodyPr/>
          <a:lstStyle/>
          <a:p>
            <a:r>
              <a:rPr lang="en-CA" dirty="0"/>
              <a:t>Key Physical Results: Voltage and Current</a:t>
            </a:r>
          </a:p>
        </p:txBody>
      </p:sp>
      <p:sp>
        <p:nvSpPr>
          <p:cNvPr id="3" name="Content Placeholder 2">
            <a:extLst>
              <a:ext uri="{FF2B5EF4-FFF2-40B4-BE49-F238E27FC236}">
                <a16:creationId xmlns:a16="http://schemas.microsoft.com/office/drawing/2014/main" id="{3679669F-C7B9-7C9F-20A6-1C97883F1984}"/>
              </a:ext>
            </a:extLst>
          </p:cNvPr>
          <p:cNvSpPr>
            <a:spLocks noGrp="1"/>
          </p:cNvSpPr>
          <p:nvPr>
            <p:ph idx="1"/>
          </p:nvPr>
        </p:nvSpPr>
        <p:spPr/>
        <p:txBody>
          <a:bodyPr/>
          <a:lstStyle/>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p:txBody>
      </p:sp>
      <p:sp>
        <p:nvSpPr>
          <p:cNvPr id="4" name="Slide Number Placeholder 3">
            <a:extLst>
              <a:ext uri="{FF2B5EF4-FFF2-40B4-BE49-F238E27FC236}">
                <a16:creationId xmlns:a16="http://schemas.microsoft.com/office/drawing/2014/main" id="{B043D8FA-6245-5890-9CC3-7B911A4CC96B}"/>
              </a:ext>
            </a:extLst>
          </p:cNvPr>
          <p:cNvSpPr>
            <a:spLocks noGrp="1"/>
          </p:cNvSpPr>
          <p:nvPr>
            <p:ph type="sldNum" sz="quarter" idx="12"/>
          </p:nvPr>
        </p:nvSpPr>
        <p:spPr/>
        <p:txBody>
          <a:bodyPr/>
          <a:lstStyle/>
          <a:p>
            <a:fld id="{1BD90C89-BB05-D647-8C9B-C2376028CB3D}" type="slidenum">
              <a:rPr lang="en-CA" smtClean="0"/>
              <a:t>7</a:t>
            </a:fld>
            <a:endParaRPr lang="en-CA"/>
          </a:p>
        </p:txBody>
      </p:sp>
      <p:pic>
        <p:nvPicPr>
          <p:cNvPr id="6" name="Picture 5">
            <a:extLst>
              <a:ext uri="{FF2B5EF4-FFF2-40B4-BE49-F238E27FC236}">
                <a16:creationId xmlns:a16="http://schemas.microsoft.com/office/drawing/2014/main" id="{256091DE-7FC4-DEAF-86D8-5AE8C4E258AD}"/>
              </a:ext>
            </a:extLst>
          </p:cNvPr>
          <p:cNvPicPr>
            <a:picLocks noChangeAspect="1"/>
          </p:cNvPicPr>
          <p:nvPr/>
        </p:nvPicPr>
        <p:blipFill>
          <a:blip r:embed="rId3"/>
          <a:stretch>
            <a:fillRect/>
          </a:stretch>
        </p:blipFill>
        <p:spPr>
          <a:xfrm>
            <a:off x="545059" y="1376362"/>
            <a:ext cx="5295304" cy="4637553"/>
          </a:xfrm>
          <a:prstGeom prst="rect">
            <a:avLst/>
          </a:prstGeom>
        </p:spPr>
      </p:pic>
      <p:pic>
        <p:nvPicPr>
          <p:cNvPr id="8" name="Picture 7">
            <a:extLst>
              <a:ext uri="{FF2B5EF4-FFF2-40B4-BE49-F238E27FC236}">
                <a16:creationId xmlns:a16="http://schemas.microsoft.com/office/drawing/2014/main" id="{A5EC6090-856B-36DB-6EC5-611884853894}"/>
              </a:ext>
            </a:extLst>
          </p:cNvPr>
          <p:cNvPicPr>
            <a:picLocks noChangeAspect="1"/>
          </p:cNvPicPr>
          <p:nvPr/>
        </p:nvPicPr>
        <p:blipFill>
          <a:blip r:embed="rId4"/>
          <a:stretch>
            <a:fillRect/>
          </a:stretch>
        </p:blipFill>
        <p:spPr>
          <a:xfrm>
            <a:off x="6304260" y="1357702"/>
            <a:ext cx="5295303" cy="4656213"/>
          </a:xfrm>
          <a:prstGeom prst="rect">
            <a:avLst/>
          </a:prstGeom>
        </p:spPr>
      </p:pic>
    </p:spTree>
    <p:extLst>
      <p:ext uri="{BB962C8B-B14F-4D97-AF65-F5344CB8AC3E}">
        <p14:creationId xmlns:p14="http://schemas.microsoft.com/office/powerpoint/2010/main" val="2639932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F0A0F-2F27-29BD-28BC-2B9AF7DE8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66978-1EA3-CA36-A0A6-122A9675D69A}"/>
              </a:ext>
            </a:extLst>
          </p:cNvPr>
          <p:cNvSpPr>
            <a:spLocks noGrp="1"/>
          </p:cNvSpPr>
          <p:nvPr>
            <p:ph type="title"/>
          </p:nvPr>
        </p:nvSpPr>
        <p:spPr/>
        <p:txBody>
          <a:bodyPr/>
          <a:lstStyle/>
          <a:p>
            <a:r>
              <a:rPr lang="en-CA" dirty="0"/>
              <a:t>Key Physical Results: Pre-fault State and Phase</a:t>
            </a:r>
          </a:p>
        </p:txBody>
      </p:sp>
      <p:sp>
        <p:nvSpPr>
          <p:cNvPr id="3" name="Content Placeholder 2">
            <a:extLst>
              <a:ext uri="{FF2B5EF4-FFF2-40B4-BE49-F238E27FC236}">
                <a16:creationId xmlns:a16="http://schemas.microsoft.com/office/drawing/2014/main" id="{DD3420FD-DD38-1250-B7A7-49A2A4A6F60E}"/>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F4762E67-28DA-45CC-85A9-8525CE9443BE}"/>
              </a:ext>
            </a:extLst>
          </p:cNvPr>
          <p:cNvSpPr>
            <a:spLocks noGrp="1"/>
          </p:cNvSpPr>
          <p:nvPr>
            <p:ph type="sldNum" sz="quarter" idx="12"/>
          </p:nvPr>
        </p:nvSpPr>
        <p:spPr/>
        <p:txBody>
          <a:bodyPr/>
          <a:lstStyle/>
          <a:p>
            <a:fld id="{1BD90C89-BB05-D647-8C9B-C2376028CB3D}" type="slidenum">
              <a:rPr lang="en-CA" smtClean="0"/>
              <a:t>8</a:t>
            </a:fld>
            <a:endParaRPr lang="en-CA"/>
          </a:p>
        </p:txBody>
      </p:sp>
      <p:pic>
        <p:nvPicPr>
          <p:cNvPr id="8" name="Picture 7">
            <a:extLst>
              <a:ext uri="{FF2B5EF4-FFF2-40B4-BE49-F238E27FC236}">
                <a16:creationId xmlns:a16="http://schemas.microsoft.com/office/drawing/2014/main" id="{270F230B-1105-3EC6-E9F0-033B8611068A}"/>
              </a:ext>
            </a:extLst>
          </p:cNvPr>
          <p:cNvPicPr>
            <a:picLocks noChangeAspect="1"/>
          </p:cNvPicPr>
          <p:nvPr/>
        </p:nvPicPr>
        <p:blipFill>
          <a:blip r:embed="rId3"/>
          <a:stretch>
            <a:fillRect/>
          </a:stretch>
        </p:blipFill>
        <p:spPr>
          <a:xfrm>
            <a:off x="439455" y="1431174"/>
            <a:ext cx="5656545" cy="4450826"/>
          </a:xfrm>
          <a:prstGeom prst="rect">
            <a:avLst/>
          </a:prstGeom>
        </p:spPr>
      </p:pic>
      <p:pic>
        <p:nvPicPr>
          <p:cNvPr id="10" name="Picture 9">
            <a:extLst>
              <a:ext uri="{FF2B5EF4-FFF2-40B4-BE49-F238E27FC236}">
                <a16:creationId xmlns:a16="http://schemas.microsoft.com/office/drawing/2014/main" id="{1FEE62D2-B0EB-7A68-95B0-A85C16AC97D2}"/>
              </a:ext>
            </a:extLst>
          </p:cNvPr>
          <p:cNvPicPr>
            <a:picLocks noChangeAspect="1"/>
          </p:cNvPicPr>
          <p:nvPr/>
        </p:nvPicPr>
        <p:blipFill>
          <a:blip r:embed="rId4"/>
          <a:stretch>
            <a:fillRect/>
          </a:stretch>
        </p:blipFill>
        <p:spPr>
          <a:xfrm>
            <a:off x="6154454" y="1431174"/>
            <a:ext cx="5548291" cy="4450826"/>
          </a:xfrm>
          <a:prstGeom prst="rect">
            <a:avLst/>
          </a:prstGeom>
        </p:spPr>
      </p:pic>
    </p:spTree>
    <p:extLst>
      <p:ext uri="{BB962C8B-B14F-4D97-AF65-F5344CB8AC3E}">
        <p14:creationId xmlns:p14="http://schemas.microsoft.com/office/powerpoint/2010/main" val="541475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44D8A-1812-D131-6C56-D458339E6E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2ED496-0F8D-1B9C-F423-528D2A63B618}"/>
              </a:ext>
            </a:extLst>
          </p:cNvPr>
          <p:cNvSpPr>
            <a:spLocks noGrp="1"/>
          </p:cNvSpPr>
          <p:nvPr>
            <p:ph type="sldNum" sz="quarter" idx="12"/>
          </p:nvPr>
        </p:nvSpPr>
        <p:spPr/>
        <p:txBody>
          <a:bodyPr/>
          <a:lstStyle/>
          <a:p>
            <a:fld id="{E4ECB127-6B1D-4440-BB59-CB7FB51359B3}" type="slidenum">
              <a:rPr lang="en-CA" smtClean="0"/>
              <a:pPr/>
              <a:t>9</a:t>
            </a:fld>
            <a:endParaRPr lang="en-CA"/>
          </a:p>
        </p:txBody>
      </p:sp>
      <p:sp>
        <p:nvSpPr>
          <p:cNvPr id="5" name="Title 4">
            <a:extLst>
              <a:ext uri="{FF2B5EF4-FFF2-40B4-BE49-F238E27FC236}">
                <a16:creationId xmlns:a16="http://schemas.microsoft.com/office/drawing/2014/main" id="{B2F5447E-4E3F-3EC3-12E4-E7D2243D8F94}"/>
              </a:ext>
            </a:extLst>
          </p:cNvPr>
          <p:cNvSpPr>
            <a:spLocks noGrp="1"/>
          </p:cNvSpPr>
          <p:nvPr>
            <p:ph type="title"/>
          </p:nvPr>
        </p:nvSpPr>
        <p:spPr/>
        <p:txBody>
          <a:bodyPr>
            <a:noAutofit/>
          </a:bodyPr>
          <a:lstStyle/>
          <a:p>
            <a:r>
              <a:rPr lang="en-CA" dirty="0"/>
              <a:t>Modeling Philosophy</a:t>
            </a:r>
          </a:p>
        </p:txBody>
      </p:sp>
      <p:sp>
        <p:nvSpPr>
          <p:cNvPr id="18" name="Text Placeholder 17">
            <a:extLst>
              <a:ext uri="{FF2B5EF4-FFF2-40B4-BE49-F238E27FC236}">
                <a16:creationId xmlns:a16="http://schemas.microsoft.com/office/drawing/2014/main" id="{ACBFBFC0-2B50-E6BD-30AF-F87356106CEF}"/>
              </a:ext>
            </a:extLst>
          </p:cNvPr>
          <p:cNvSpPr>
            <a:spLocks noGrp="1"/>
          </p:cNvSpPr>
          <p:nvPr>
            <p:ph type="body" sz="quarter" idx="16"/>
          </p:nvPr>
        </p:nvSpPr>
        <p:spPr/>
        <p:txBody>
          <a:bodyPr>
            <a:noAutofit/>
          </a:bodyPr>
          <a:lstStyle/>
          <a:p>
            <a:r>
              <a:rPr lang="en-CA" dirty="0">
                <a:solidFill>
                  <a:schemeClr val="accent5"/>
                </a:solidFill>
              </a:rPr>
              <a:t>1. Start from main assumptions</a:t>
            </a:r>
          </a:p>
        </p:txBody>
      </p:sp>
      <p:sp>
        <p:nvSpPr>
          <p:cNvPr id="4" name="Content Placeholder 3">
            <a:extLst>
              <a:ext uri="{FF2B5EF4-FFF2-40B4-BE49-F238E27FC236}">
                <a16:creationId xmlns:a16="http://schemas.microsoft.com/office/drawing/2014/main" id="{03315F69-BBC3-100C-8681-D978C444E9FF}"/>
              </a:ext>
            </a:extLst>
          </p:cNvPr>
          <p:cNvSpPr>
            <a:spLocks noGrp="1"/>
          </p:cNvSpPr>
          <p:nvPr>
            <p:ph idx="17"/>
          </p:nvPr>
        </p:nvSpPr>
        <p:spPr/>
        <p:txBody>
          <a:bodyPr>
            <a:noAutofit/>
          </a:bodyPr>
          <a:lstStyle/>
          <a:p>
            <a:r>
              <a:rPr lang="en-CA" b="1" dirty="0"/>
              <a:t>Pre-fault conditions are met</a:t>
            </a:r>
          </a:p>
          <a:p>
            <a:pPr lvl="1"/>
            <a:r>
              <a:rPr lang="en-CA" dirty="0" err="1"/>
              <a:t>Vq</a:t>
            </a:r>
            <a:r>
              <a:rPr lang="en-CA" dirty="0"/>
              <a:t> = 0</a:t>
            </a:r>
          </a:p>
          <a:p>
            <a:pPr lvl="1"/>
            <a:endParaRPr lang="en-CA" dirty="0"/>
          </a:p>
          <a:p>
            <a:endParaRPr lang="en-CA" dirty="0"/>
          </a:p>
          <a:p>
            <a:endParaRPr lang="en-CA" dirty="0"/>
          </a:p>
          <a:p>
            <a:endParaRPr lang="en-CA" dirty="0"/>
          </a:p>
          <a:p>
            <a:endParaRPr lang="en-CA" dirty="0"/>
          </a:p>
          <a:p>
            <a:endParaRPr lang="en-CA" dirty="0"/>
          </a:p>
        </p:txBody>
      </p:sp>
      <p:sp>
        <p:nvSpPr>
          <p:cNvPr id="19" name="Text Placeholder 18">
            <a:extLst>
              <a:ext uri="{FF2B5EF4-FFF2-40B4-BE49-F238E27FC236}">
                <a16:creationId xmlns:a16="http://schemas.microsoft.com/office/drawing/2014/main" id="{03D8A863-D23D-5CF4-EBC0-D90E83724FAF}"/>
              </a:ext>
            </a:extLst>
          </p:cNvPr>
          <p:cNvSpPr>
            <a:spLocks noGrp="1"/>
          </p:cNvSpPr>
          <p:nvPr>
            <p:ph type="body" sz="quarter" idx="18"/>
          </p:nvPr>
        </p:nvSpPr>
        <p:spPr>
          <a:xfrm>
            <a:off x="4308348" y="1592263"/>
            <a:ext cx="3571874" cy="377144"/>
          </a:xfrm>
        </p:spPr>
        <p:txBody>
          <a:bodyPr>
            <a:noAutofit/>
          </a:bodyPr>
          <a:lstStyle/>
          <a:p>
            <a:r>
              <a:rPr lang="en-CA" dirty="0"/>
              <a:t>2. Use predefined relationships</a:t>
            </a:r>
          </a:p>
        </p:txBody>
      </p:sp>
      <p:sp>
        <p:nvSpPr>
          <p:cNvPr id="7" name="Content Placeholder 6">
            <a:extLst>
              <a:ext uri="{FF2B5EF4-FFF2-40B4-BE49-F238E27FC236}">
                <a16:creationId xmlns:a16="http://schemas.microsoft.com/office/drawing/2014/main" id="{C97781B7-0887-727F-731A-13A6270E0D13}"/>
              </a:ext>
            </a:extLst>
          </p:cNvPr>
          <p:cNvSpPr>
            <a:spLocks noGrp="1"/>
          </p:cNvSpPr>
          <p:nvPr>
            <p:ph idx="19"/>
          </p:nvPr>
        </p:nvSpPr>
        <p:spPr/>
        <p:txBody>
          <a:bodyPr>
            <a:noAutofit/>
          </a:bodyPr>
          <a:lstStyle/>
          <a:p>
            <a:r>
              <a:rPr lang="en-CA" b="1" dirty="0"/>
              <a:t>V &lt; </a:t>
            </a:r>
            <a:r>
              <a:rPr lang="en-CA" b="1" dirty="0" err="1"/>
              <a:t>Vfreeze</a:t>
            </a:r>
            <a:endParaRPr lang="en-CA" b="1" dirty="0"/>
          </a:p>
          <a:p>
            <a:endParaRPr lang="en-CA" dirty="0"/>
          </a:p>
          <a:p>
            <a:endParaRPr lang="en-CA" dirty="0"/>
          </a:p>
          <a:p>
            <a:endParaRPr lang="en-CA" dirty="0"/>
          </a:p>
        </p:txBody>
      </p:sp>
      <p:sp>
        <p:nvSpPr>
          <p:cNvPr id="8" name="Text Placeholder 7">
            <a:extLst>
              <a:ext uri="{FF2B5EF4-FFF2-40B4-BE49-F238E27FC236}">
                <a16:creationId xmlns:a16="http://schemas.microsoft.com/office/drawing/2014/main" id="{00BD4143-F6FC-6DB9-D7B1-8EFD4403F759}"/>
              </a:ext>
            </a:extLst>
          </p:cNvPr>
          <p:cNvSpPr>
            <a:spLocks noGrp="1"/>
          </p:cNvSpPr>
          <p:nvPr>
            <p:ph type="body" sz="quarter" idx="20"/>
          </p:nvPr>
        </p:nvSpPr>
        <p:spPr/>
        <p:txBody>
          <a:bodyPr>
            <a:noAutofit/>
          </a:bodyPr>
          <a:lstStyle/>
          <a:p>
            <a:r>
              <a:rPr lang="en-CA" dirty="0"/>
              <a:t>3. Add empirical terms only when necessary</a:t>
            </a:r>
          </a:p>
        </p:txBody>
      </p:sp>
      <p:sp>
        <p:nvSpPr>
          <p:cNvPr id="9" name="Content Placeholder 8">
            <a:extLst>
              <a:ext uri="{FF2B5EF4-FFF2-40B4-BE49-F238E27FC236}">
                <a16:creationId xmlns:a16="http://schemas.microsoft.com/office/drawing/2014/main" id="{B7D0F29A-FC79-B094-C7A2-5F0874D29413}"/>
              </a:ext>
            </a:extLst>
          </p:cNvPr>
          <p:cNvSpPr>
            <a:spLocks noGrp="1"/>
          </p:cNvSpPr>
          <p:nvPr>
            <p:ph idx="21"/>
          </p:nvPr>
        </p:nvSpPr>
        <p:spPr/>
        <p:txBody>
          <a:bodyPr>
            <a:noAutofit/>
          </a:bodyPr>
          <a:lstStyle/>
          <a:p>
            <a:r>
              <a:rPr lang="en-CA" b="1" dirty="0"/>
              <a:t>V &lt; </a:t>
            </a:r>
            <a:r>
              <a:rPr lang="en-CA" b="1" dirty="0" err="1"/>
              <a:t>Vfreeze</a:t>
            </a:r>
            <a:endParaRPr lang="en-CA" b="1" dirty="0"/>
          </a:p>
          <a:p>
            <a:endParaRPr lang="en-CA" dirty="0"/>
          </a:p>
          <a:p>
            <a:endParaRPr lang="en-CA" dirty="0"/>
          </a:p>
          <a:p>
            <a:endParaRPr lang="en-CA" dirty="0"/>
          </a:p>
          <a:p>
            <a:pPr marL="0" indent="0">
              <a:buNone/>
            </a:pPr>
            <a:endParaRPr lang="en-CA" dirty="0"/>
          </a:p>
        </p:txBody>
      </p:sp>
      <p:pic>
        <p:nvPicPr>
          <p:cNvPr id="6" name="Picture 5">
            <a:extLst>
              <a:ext uri="{FF2B5EF4-FFF2-40B4-BE49-F238E27FC236}">
                <a16:creationId xmlns:a16="http://schemas.microsoft.com/office/drawing/2014/main" id="{479E8C08-2596-F928-097A-B6365F60C877}"/>
              </a:ext>
            </a:extLst>
          </p:cNvPr>
          <p:cNvPicPr>
            <a:picLocks noChangeAspect="1"/>
          </p:cNvPicPr>
          <p:nvPr/>
        </p:nvPicPr>
        <p:blipFill>
          <a:blip r:embed="rId3"/>
          <a:stretch>
            <a:fillRect/>
          </a:stretch>
        </p:blipFill>
        <p:spPr>
          <a:xfrm>
            <a:off x="700809" y="2849830"/>
            <a:ext cx="2491956" cy="579170"/>
          </a:xfrm>
          <a:prstGeom prst="rect">
            <a:avLst/>
          </a:prstGeom>
        </p:spPr>
      </p:pic>
      <p:pic>
        <p:nvPicPr>
          <p:cNvPr id="11" name="Picture 10">
            <a:extLst>
              <a:ext uri="{FF2B5EF4-FFF2-40B4-BE49-F238E27FC236}">
                <a16:creationId xmlns:a16="http://schemas.microsoft.com/office/drawing/2014/main" id="{29CEB7EC-1E0E-D72A-BCB2-E6DC6C03370D}"/>
              </a:ext>
            </a:extLst>
          </p:cNvPr>
          <p:cNvPicPr>
            <a:picLocks noChangeAspect="1"/>
          </p:cNvPicPr>
          <p:nvPr/>
        </p:nvPicPr>
        <p:blipFill>
          <a:blip r:embed="rId4"/>
          <a:stretch>
            <a:fillRect/>
          </a:stretch>
        </p:blipFill>
        <p:spPr>
          <a:xfrm>
            <a:off x="85001" y="3605560"/>
            <a:ext cx="3939881" cy="586791"/>
          </a:xfrm>
          <a:prstGeom prst="rect">
            <a:avLst/>
          </a:prstGeom>
        </p:spPr>
      </p:pic>
      <p:pic>
        <p:nvPicPr>
          <p:cNvPr id="13" name="Picture 12">
            <a:extLst>
              <a:ext uri="{FF2B5EF4-FFF2-40B4-BE49-F238E27FC236}">
                <a16:creationId xmlns:a16="http://schemas.microsoft.com/office/drawing/2014/main" id="{E141B060-8B27-2039-3CD3-40B3BF4D0169}"/>
              </a:ext>
            </a:extLst>
          </p:cNvPr>
          <p:cNvPicPr>
            <a:picLocks noChangeAspect="1"/>
          </p:cNvPicPr>
          <p:nvPr/>
        </p:nvPicPr>
        <p:blipFill>
          <a:blip r:embed="rId5"/>
          <a:stretch>
            <a:fillRect/>
          </a:stretch>
        </p:blipFill>
        <p:spPr>
          <a:xfrm>
            <a:off x="167363" y="4368911"/>
            <a:ext cx="3882590" cy="586790"/>
          </a:xfrm>
          <a:prstGeom prst="rect">
            <a:avLst/>
          </a:prstGeom>
        </p:spPr>
      </p:pic>
      <p:pic>
        <p:nvPicPr>
          <p:cNvPr id="15" name="Picture 14">
            <a:extLst>
              <a:ext uri="{FF2B5EF4-FFF2-40B4-BE49-F238E27FC236}">
                <a16:creationId xmlns:a16="http://schemas.microsoft.com/office/drawing/2014/main" id="{A12F32E9-5A76-1A3B-0C93-32B89050425A}"/>
              </a:ext>
            </a:extLst>
          </p:cNvPr>
          <p:cNvPicPr>
            <a:picLocks noChangeAspect="1"/>
          </p:cNvPicPr>
          <p:nvPr/>
        </p:nvPicPr>
        <p:blipFill>
          <a:blip r:embed="rId6"/>
          <a:stretch>
            <a:fillRect/>
          </a:stretch>
        </p:blipFill>
        <p:spPr>
          <a:xfrm>
            <a:off x="8771909" y="2751037"/>
            <a:ext cx="2502875" cy="776755"/>
          </a:xfrm>
          <a:prstGeom prst="rect">
            <a:avLst/>
          </a:prstGeom>
        </p:spPr>
      </p:pic>
      <p:pic>
        <p:nvPicPr>
          <p:cNvPr id="17" name="Picture 16">
            <a:extLst>
              <a:ext uri="{FF2B5EF4-FFF2-40B4-BE49-F238E27FC236}">
                <a16:creationId xmlns:a16="http://schemas.microsoft.com/office/drawing/2014/main" id="{353532E4-B10C-D96A-EEEF-43DF17D62C2E}"/>
              </a:ext>
            </a:extLst>
          </p:cNvPr>
          <p:cNvPicPr>
            <a:picLocks noChangeAspect="1"/>
          </p:cNvPicPr>
          <p:nvPr/>
        </p:nvPicPr>
        <p:blipFill>
          <a:blip r:embed="rId7"/>
          <a:stretch>
            <a:fillRect/>
          </a:stretch>
        </p:blipFill>
        <p:spPr>
          <a:xfrm>
            <a:off x="8512365" y="4166243"/>
            <a:ext cx="3428579" cy="377144"/>
          </a:xfrm>
          <a:prstGeom prst="rect">
            <a:avLst/>
          </a:prstGeom>
        </p:spPr>
      </p:pic>
      <p:pic>
        <p:nvPicPr>
          <p:cNvPr id="21" name="Picture 20">
            <a:extLst>
              <a:ext uri="{FF2B5EF4-FFF2-40B4-BE49-F238E27FC236}">
                <a16:creationId xmlns:a16="http://schemas.microsoft.com/office/drawing/2014/main" id="{4BF09278-BA98-8FC7-89A7-9225041E7D8E}"/>
              </a:ext>
            </a:extLst>
          </p:cNvPr>
          <p:cNvPicPr>
            <a:picLocks noChangeAspect="1"/>
          </p:cNvPicPr>
          <p:nvPr/>
        </p:nvPicPr>
        <p:blipFill>
          <a:blip r:embed="rId8"/>
          <a:stretch>
            <a:fillRect/>
          </a:stretch>
        </p:blipFill>
        <p:spPr>
          <a:xfrm>
            <a:off x="5028382" y="2849830"/>
            <a:ext cx="2135236" cy="755730"/>
          </a:xfrm>
          <a:prstGeom prst="rect">
            <a:avLst/>
          </a:prstGeom>
        </p:spPr>
      </p:pic>
      <p:pic>
        <p:nvPicPr>
          <p:cNvPr id="23" name="Picture 22">
            <a:extLst>
              <a:ext uri="{FF2B5EF4-FFF2-40B4-BE49-F238E27FC236}">
                <a16:creationId xmlns:a16="http://schemas.microsoft.com/office/drawing/2014/main" id="{DF12C6A8-3173-6E71-1887-1CE1C6E29A8A}"/>
              </a:ext>
            </a:extLst>
          </p:cNvPr>
          <p:cNvPicPr>
            <a:picLocks noChangeAspect="1"/>
          </p:cNvPicPr>
          <p:nvPr/>
        </p:nvPicPr>
        <p:blipFill>
          <a:blip r:embed="rId9"/>
          <a:stretch>
            <a:fillRect/>
          </a:stretch>
        </p:blipFill>
        <p:spPr>
          <a:xfrm>
            <a:off x="4472810" y="3991046"/>
            <a:ext cx="3407412" cy="755730"/>
          </a:xfrm>
          <a:prstGeom prst="rect">
            <a:avLst/>
          </a:prstGeom>
        </p:spPr>
      </p:pic>
    </p:spTree>
    <p:extLst>
      <p:ext uri="{BB962C8B-B14F-4D97-AF65-F5344CB8AC3E}">
        <p14:creationId xmlns:p14="http://schemas.microsoft.com/office/powerpoint/2010/main" val="819655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3B45F-7C8D-416C-C779-59CF2AE1193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1FE5C0-E229-1E19-BF62-44295F810F6E}"/>
              </a:ext>
            </a:extLst>
          </p:cNvPr>
          <p:cNvSpPr>
            <a:spLocks noGrp="1"/>
          </p:cNvSpPr>
          <p:nvPr>
            <p:ph type="title"/>
          </p:nvPr>
        </p:nvSpPr>
        <p:spPr/>
        <p:txBody>
          <a:bodyPr>
            <a:noAutofit/>
          </a:bodyPr>
          <a:lstStyle/>
          <a:p>
            <a:r>
              <a:rPr lang="en-CA" dirty="0"/>
              <a:t>Proposed Empirical Model</a:t>
            </a:r>
          </a:p>
        </p:txBody>
      </p:sp>
      <p:sp>
        <p:nvSpPr>
          <p:cNvPr id="2" name="Content Placeholder 1">
            <a:extLst>
              <a:ext uri="{FF2B5EF4-FFF2-40B4-BE49-F238E27FC236}">
                <a16:creationId xmlns:a16="http://schemas.microsoft.com/office/drawing/2014/main" id="{9D90E237-361C-D4A8-5818-34F98B931057}"/>
              </a:ext>
            </a:extLst>
          </p:cNvPr>
          <p:cNvSpPr>
            <a:spLocks noGrp="1"/>
          </p:cNvSpPr>
          <p:nvPr>
            <p:ph idx="1"/>
          </p:nvPr>
        </p:nvSpPr>
        <p:spPr>
          <a:xfrm>
            <a:off x="381000" y="1258529"/>
            <a:ext cx="8570912" cy="5335909"/>
          </a:xfrm>
        </p:spPr>
        <p:txBody>
          <a:bodyPr>
            <a:noAutofit/>
          </a:bodyPr>
          <a:lstStyle/>
          <a:p>
            <a:pPr lvl="0"/>
            <a:r>
              <a:rPr lang="en-CA" b="1" dirty="0">
                <a:solidFill>
                  <a:srgbClr val="000000"/>
                </a:solidFill>
              </a:rPr>
              <a:t>Active-Power Model</a:t>
            </a:r>
          </a:p>
          <a:p>
            <a:pPr lvl="0"/>
            <a:endParaRPr lang="en-CA" b="1" dirty="0">
              <a:solidFill>
                <a:srgbClr val="000000"/>
              </a:solidFill>
            </a:endParaRPr>
          </a:p>
          <a:p>
            <a:pPr lvl="0"/>
            <a:endParaRPr lang="en-CA" b="1" dirty="0">
              <a:solidFill>
                <a:srgbClr val="000000"/>
              </a:solidFill>
            </a:endParaRPr>
          </a:p>
          <a:p>
            <a:pPr lvl="0"/>
            <a:endParaRPr lang="en-CA" b="1" dirty="0">
              <a:solidFill>
                <a:srgbClr val="000000"/>
              </a:solidFill>
            </a:endParaRPr>
          </a:p>
          <a:p>
            <a:pPr lvl="0"/>
            <a:r>
              <a:rPr lang="en-CA" b="1" dirty="0">
                <a:solidFill>
                  <a:srgbClr val="000000"/>
                </a:solidFill>
              </a:rPr>
              <a:t>Reactive-Power Model</a:t>
            </a:r>
          </a:p>
          <a:p>
            <a:pPr lvl="0"/>
            <a:endParaRPr lang="en-CA" b="1" dirty="0"/>
          </a:p>
          <a:p>
            <a:pPr lvl="0"/>
            <a:endParaRPr lang="en-CA" b="1" dirty="0"/>
          </a:p>
          <a:p>
            <a:pPr lvl="0"/>
            <a:endParaRPr lang="en-CA" b="1" dirty="0"/>
          </a:p>
          <a:p>
            <a:pPr lvl="0"/>
            <a:r>
              <a:rPr lang="en-CA" b="1" dirty="0">
                <a:solidFill>
                  <a:srgbClr val="000000"/>
                </a:solidFill>
              </a:rPr>
              <a:t>Current Model</a:t>
            </a:r>
          </a:p>
          <a:p>
            <a:pPr marL="0" indent="0">
              <a:buNone/>
            </a:pPr>
            <a:endParaRPr lang="en-CA" dirty="0"/>
          </a:p>
        </p:txBody>
      </p:sp>
      <p:sp>
        <p:nvSpPr>
          <p:cNvPr id="3" name="Slide Number Placeholder 2">
            <a:extLst>
              <a:ext uri="{FF2B5EF4-FFF2-40B4-BE49-F238E27FC236}">
                <a16:creationId xmlns:a16="http://schemas.microsoft.com/office/drawing/2014/main" id="{AD33829D-0E27-6DAE-0254-78E93769589F}"/>
              </a:ext>
            </a:extLst>
          </p:cNvPr>
          <p:cNvSpPr>
            <a:spLocks noGrp="1"/>
          </p:cNvSpPr>
          <p:nvPr>
            <p:ph type="sldNum" sz="quarter" idx="12"/>
          </p:nvPr>
        </p:nvSpPr>
        <p:spPr/>
        <p:txBody>
          <a:bodyPr/>
          <a:lstStyle/>
          <a:p>
            <a:fld id="{E4ECB127-6B1D-4440-BB59-CB7FB51359B3}" type="slidenum">
              <a:rPr lang="en-CA" smtClean="0"/>
              <a:pPr/>
              <a:t>10</a:t>
            </a:fld>
            <a:endParaRPr lang="en-CA"/>
          </a:p>
        </p:txBody>
      </p:sp>
      <p:pic>
        <p:nvPicPr>
          <p:cNvPr id="11" name="Picture 10">
            <a:extLst>
              <a:ext uri="{FF2B5EF4-FFF2-40B4-BE49-F238E27FC236}">
                <a16:creationId xmlns:a16="http://schemas.microsoft.com/office/drawing/2014/main" id="{F5FDECFB-5EB6-98EB-DF34-D4ED03839C9A}"/>
              </a:ext>
            </a:extLst>
          </p:cNvPr>
          <p:cNvPicPr>
            <a:picLocks noChangeAspect="1"/>
          </p:cNvPicPr>
          <p:nvPr/>
        </p:nvPicPr>
        <p:blipFill>
          <a:blip r:embed="rId3"/>
          <a:stretch>
            <a:fillRect/>
          </a:stretch>
        </p:blipFill>
        <p:spPr>
          <a:xfrm>
            <a:off x="3022703" y="1431174"/>
            <a:ext cx="5467780" cy="1302292"/>
          </a:xfrm>
          <a:prstGeom prst="rect">
            <a:avLst/>
          </a:prstGeom>
        </p:spPr>
      </p:pic>
      <p:pic>
        <p:nvPicPr>
          <p:cNvPr id="13" name="Picture 12">
            <a:extLst>
              <a:ext uri="{FF2B5EF4-FFF2-40B4-BE49-F238E27FC236}">
                <a16:creationId xmlns:a16="http://schemas.microsoft.com/office/drawing/2014/main" id="{91411E91-FF28-4864-29D8-71F7F597AAEA}"/>
              </a:ext>
            </a:extLst>
          </p:cNvPr>
          <p:cNvPicPr>
            <a:picLocks noChangeAspect="1"/>
          </p:cNvPicPr>
          <p:nvPr/>
        </p:nvPicPr>
        <p:blipFill>
          <a:blip r:embed="rId4"/>
          <a:stretch>
            <a:fillRect/>
          </a:stretch>
        </p:blipFill>
        <p:spPr>
          <a:xfrm>
            <a:off x="3113612" y="2849633"/>
            <a:ext cx="7170698" cy="1745835"/>
          </a:xfrm>
          <a:prstGeom prst="rect">
            <a:avLst/>
          </a:prstGeom>
        </p:spPr>
      </p:pic>
      <p:pic>
        <p:nvPicPr>
          <p:cNvPr id="15" name="Picture 14">
            <a:extLst>
              <a:ext uri="{FF2B5EF4-FFF2-40B4-BE49-F238E27FC236}">
                <a16:creationId xmlns:a16="http://schemas.microsoft.com/office/drawing/2014/main" id="{9DAF3CFB-9901-9C79-FF5C-7600DC235A01}"/>
              </a:ext>
            </a:extLst>
          </p:cNvPr>
          <p:cNvPicPr>
            <a:picLocks noChangeAspect="1"/>
          </p:cNvPicPr>
          <p:nvPr/>
        </p:nvPicPr>
        <p:blipFill>
          <a:blip r:embed="rId5"/>
          <a:stretch>
            <a:fillRect/>
          </a:stretch>
        </p:blipFill>
        <p:spPr>
          <a:xfrm>
            <a:off x="1177305" y="5255242"/>
            <a:ext cx="4801281" cy="1161433"/>
          </a:xfrm>
          <a:prstGeom prst="rect">
            <a:avLst/>
          </a:prstGeom>
        </p:spPr>
      </p:pic>
      <p:pic>
        <p:nvPicPr>
          <p:cNvPr id="17" name="Picture 16">
            <a:extLst>
              <a:ext uri="{FF2B5EF4-FFF2-40B4-BE49-F238E27FC236}">
                <a16:creationId xmlns:a16="http://schemas.microsoft.com/office/drawing/2014/main" id="{7510E39B-6C2C-5753-A39F-3399B0DA3A38}"/>
              </a:ext>
            </a:extLst>
          </p:cNvPr>
          <p:cNvPicPr>
            <a:picLocks noChangeAspect="1"/>
          </p:cNvPicPr>
          <p:nvPr/>
        </p:nvPicPr>
        <p:blipFill>
          <a:blip r:embed="rId6"/>
          <a:stretch>
            <a:fillRect/>
          </a:stretch>
        </p:blipFill>
        <p:spPr>
          <a:xfrm>
            <a:off x="6037010" y="5002964"/>
            <a:ext cx="5829805" cy="1120237"/>
          </a:xfrm>
          <a:prstGeom prst="rect">
            <a:avLst/>
          </a:prstGeom>
        </p:spPr>
      </p:pic>
    </p:spTree>
    <p:extLst>
      <p:ext uri="{BB962C8B-B14F-4D97-AF65-F5344CB8AC3E}">
        <p14:creationId xmlns:p14="http://schemas.microsoft.com/office/powerpoint/2010/main" val="756763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7C0F-B0DB-4BC1-518E-EB89C98F7B6F}"/>
              </a:ext>
            </a:extLst>
          </p:cNvPr>
          <p:cNvSpPr>
            <a:spLocks noGrp="1"/>
          </p:cNvSpPr>
          <p:nvPr>
            <p:ph type="title"/>
          </p:nvPr>
        </p:nvSpPr>
        <p:spPr/>
        <p:txBody>
          <a:bodyPr/>
          <a:lstStyle/>
          <a:p>
            <a:r>
              <a:rPr lang="en-CA" dirty="0"/>
              <a:t>Single-Inverter Validation</a:t>
            </a:r>
          </a:p>
        </p:txBody>
      </p:sp>
      <p:sp>
        <p:nvSpPr>
          <p:cNvPr id="3" name="Content Placeholder 2">
            <a:extLst>
              <a:ext uri="{FF2B5EF4-FFF2-40B4-BE49-F238E27FC236}">
                <a16:creationId xmlns:a16="http://schemas.microsoft.com/office/drawing/2014/main" id="{413A8158-C854-1B81-0656-843C6235C72E}"/>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5ABC5112-4060-1414-BF07-D079A5BA386E}"/>
              </a:ext>
            </a:extLst>
          </p:cNvPr>
          <p:cNvSpPr>
            <a:spLocks noGrp="1"/>
          </p:cNvSpPr>
          <p:nvPr>
            <p:ph type="sldNum" sz="quarter" idx="12"/>
          </p:nvPr>
        </p:nvSpPr>
        <p:spPr/>
        <p:txBody>
          <a:bodyPr/>
          <a:lstStyle/>
          <a:p>
            <a:fld id="{1BD90C89-BB05-D647-8C9B-C2376028CB3D}" type="slidenum">
              <a:rPr lang="en-CA" smtClean="0"/>
              <a:t>11</a:t>
            </a:fld>
            <a:endParaRPr lang="en-CA"/>
          </a:p>
        </p:txBody>
      </p:sp>
      <p:pic>
        <p:nvPicPr>
          <p:cNvPr id="8" name="Picture 7">
            <a:extLst>
              <a:ext uri="{FF2B5EF4-FFF2-40B4-BE49-F238E27FC236}">
                <a16:creationId xmlns:a16="http://schemas.microsoft.com/office/drawing/2014/main" id="{386F1877-FF40-9561-1892-EDADB718EB4C}"/>
              </a:ext>
            </a:extLst>
          </p:cNvPr>
          <p:cNvPicPr>
            <a:picLocks noChangeAspect="1"/>
          </p:cNvPicPr>
          <p:nvPr/>
        </p:nvPicPr>
        <p:blipFill>
          <a:blip r:embed="rId3"/>
          <a:stretch>
            <a:fillRect/>
          </a:stretch>
        </p:blipFill>
        <p:spPr>
          <a:xfrm>
            <a:off x="1026459" y="1191021"/>
            <a:ext cx="9509837" cy="5038794"/>
          </a:xfrm>
          <a:prstGeom prst="rect">
            <a:avLst/>
          </a:prstGeom>
        </p:spPr>
      </p:pic>
    </p:spTree>
    <p:extLst>
      <p:ext uri="{BB962C8B-B14F-4D97-AF65-F5344CB8AC3E}">
        <p14:creationId xmlns:p14="http://schemas.microsoft.com/office/powerpoint/2010/main" val="1311457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D9524-71A8-187E-BA08-6683AC7BC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A4D46-43FC-19D3-60B8-A8B156D742E1}"/>
              </a:ext>
            </a:extLst>
          </p:cNvPr>
          <p:cNvSpPr>
            <a:spLocks noGrp="1"/>
          </p:cNvSpPr>
          <p:nvPr>
            <p:ph type="title"/>
          </p:nvPr>
        </p:nvSpPr>
        <p:spPr/>
        <p:txBody>
          <a:bodyPr/>
          <a:lstStyle/>
          <a:p>
            <a:r>
              <a:rPr lang="en-CA" dirty="0"/>
              <a:t>Network-Level Validation</a:t>
            </a:r>
          </a:p>
        </p:txBody>
      </p:sp>
      <p:sp>
        <p:nvSpPr>
          <p:cNvPr id="3" name="Content Placeholder 2">
            <a:extLst>
              <a:ext uri="{FF2B5EF4-FFF2-40B4-BE49-F238E27FC236}">
                <a16:creationId xmlns:a16="http://schemas.microsoft.com/office/drawing/2014/main" id="{DC1D95BF-B045-29D3-7260-DCAA4B6C452B}"/>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B708AD8C-310E-C4F6-544D-DAC3F7F79D2A}"/>
              </a:ext>
            </a:extLst>
          </p:cNvPr>
          <p:cNvSpPr>
            <a:spLocks noGrp="1"/>
          </p:cNvSpPr>
          <p:nvPr>
            <p:ph type="sldNum" sz="quarter" idx="12"/>
          </p:nvPr>
        </p:nvSpPr>
        <p:spPr/>
        <p:txBody>
          <a:bodyPr/>
          <a:lstStyle/>
          <a:p>
            <a:fld id="{1BD90C89-BB05-D647-8C9B-C2376028CB3D}" type="slidenum">
              <a:rPr lang="en-CA" smtClean="0"/>
              <a:t>12</a:t>
            </a:fld>
            <a:endParaRPr lang="en-CA"/>
          </a:p>
        </p:txBody>
      </p:sp>
      <p:pic>
        <p:nvPicPr>
          <p:cNvPr id="6" name="Picture 5">
            <a:extLst>
              <a:ext uri="{FF2B5EF4-FFF2-40B4-BE49-F238E27FC236}">
                <a16:creationId xmlns:a16="http://schemas.microsoft.com/office/drawing/2014/main" id="{20FE3CFA-16B9-E4F2-391F-E223F02DAF11}"/>
              </a:ext>
            </a:extLst>
          </p:cNvPr>
          <p:cNvPicPr>
            <a:picLocks noChangeAspect="1"/>
          </p:cNvPicPr>
          <p:nvPr/>
        </p:nvPicPr>
        <p:blipFill>
          <a:blip r:embed="rId3"/>
          <a:stretch>
            <a:fillRect/>
          </a:stretch>
        </p:blipFill>
        <p:spPr>
          <a:xfrm>
            <a:off x="1966102" y="1031662"/>
            <a:ext cx="8259796" cy="5330491"/>
          </a:xfrm>
          <a:prstGeom prst="rect">
            <a:avLst/>
          </a:prstGeom>
        </p:spPr>
      </p:pic>
    </p:spTree>
    <p:extLst>
      <p:ext uri="{BB962C8B-B14F-4D97-AF65-F5344CB8AC3E}">
        <p14:creationId xmlns:p14="http://schemas.microsoft.com/office/powerpoint/2010/main" val="3900569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F89CF-0C7A-4A06-6AF7-B5E61A0B8AF6}"/>
              </a:ext>
            </a:extLst>
          </p:cNvPr>
          <p:cNvSpPr>
            <a:spLocks noGrp="1"/>
          </p:cNvSpPr>
          <p:nvPr>
            <p:ph type="title"/>
          </p:nvPr>
        </p:nvSpPr>
        <p:spPr/>
        <p:txBody>
          <a:bodyPr/>
          <a:lstStyle/>
          <a:p>
            <a:r>
              <a:rPr lang="en-CA" dirty="0"/>
              <a:t>Network-Level Validation</a:t>
            </a:r>
          </a:p>
        </p:txBody>
      </p:sp>
      <p:sp>
        <p:nvSpPr>
          <p:cNvPr id="3" name="Content Placeholder 2">
            <a:extLst>
              <a:ext uri="{FF2B5EF4-FFF2-40B4-BE49-F238E27FC236}">
                <a16:creationId xmlns:a16="http://schemas.microsoft.com/office/drawing/2014/main" id="{9F06DBE5-4C35-308D-3D96-F4A8625A07A4}"/>
              </a:ext>
            </a:extLst>
          </p:cNvPr>
          <p:cNvSpPr>
            <a:spLocks noGrp="1"/>
          </p:cNvSpPr>
          <p:nvPr>
            <p:ph idx="1"/>
          </p:nvPr>
        </p:nvSpPr>
        <p:spPr>
          <a:xfrm>
            <a:off x="381000" y="1592261"/>
            <a:ext cx="9271000" cy="4238383"/>
          </a:xfrm>
        </p:spPr>
        <p:txBody>
          <a:bodyPr/>
          <a:lstStyle/>
          <a:p>
            <a:endParaRPr lang="en-CA" dirty="0"/>
          </a:p>
          <a:p>
            <a:endParaRPr lang="en-CA" dirty="0"/>
          </a:p>
          <a:p>
            <a:endParaRPr lang="en-CA" dirty="0"/>
          </a:p>
          <a:p>
            <a:endParaRPr lang="en-CA" dirty="0"/>
          </a:p>
          <a:p>
            <a:endParaRPr lang="en-CA" dirty="0"/>
          </a:p>
          <a:p>
            <a:endParaRPr lang="en-CA" dirty="0"/>
          </a:p>
          <a:p>
            <a:endParaRPr lang="en-CA" dirty="0"/>
          </a:p>
          <a:p>
            <a:r>
              <a:rPr lang="en-CA" b="1" dirty="0"/>
              <a:t>The framework is also easily integrated in a large power flow calculation (4000 buses convergence test)</a:t>
            </a:r>
          </a:p>
          <a:p>
            <a:pPr lvl="1"/>
            <a:r>
              <a:rPr lang="en-CA" dirty="0"/>
              <a:t>EMT results takes 1-2 minutes to compute 3 seconds of the network fault response with only 2 inverters</a:t>
            </a:r>
          </a:p>
          <a:p>
            <a:pPr lvl="1"/>
            <a:r>
              <a:rPr lang="en-CA" dirty="0"/>
              <a:t>Simple power flow calculations can be done almost instantly on MATLAB</a:t>
            </a:r>
          </a:p>
        </p:txBody>
      </p:sp>
      <p:sp>
        <p:nvSpPr>
          <p:cNvPr id="4" name="Slide Number Placeholder 3">
            <a:extLst>
              <a:ext uri="{FF2B5EF4-FFF2-40B4-BE49-F238E27FC236}">
                <a16:creationId xmlns:a16="http://schemas.microsoft.com/office/drawing/2014/main" id="{30A8629A-3BE7-4393-80C1-392B3F800C6B}"/>
              </a:ext>
            </a:extLst>
          </p:cNvPr>
          <p:cNvSpPr>
            <a:spLocks noGrp="1"/>
          </p:cNvSpPr>
          <p:nvPr>
            <p:ph type="sldNum" sz="quarter" idx="12"/>
          </p:nvPr>
        </p:nvSpPr>
        <p:spPr/>
        <p:txBody>
          <a:bodyPr/>
          <a:lstStyle/>
          <a:p>
            <a:fld id="{1BD90C89-BB05-D647-8C9B-C2376028CB3D}" type="slidenum">
              <a:rPr lang="en-CA" smtClean="0"/>
              <a:t>13</a:t>
            </a:fld>
            <a:endParaRPr lang="en-CA"/>
          </a:p>
        </p:txBody>
      </p:sp>
      <p:pic>
        <p:nvPicPr>
          <p:cNvPr id="7" name="Picture 6">
            <a:extLst>
              <a:ext uri="{FF2B5EF4-FFF2-40B4-BE49-F238E27FC236}">
                <a16:creationId xmlns:a16="http://schemas.microsoft.com/office/drawing/2014/main" id="{CB2D02B0-08D3-C04B-98F2-B411CE13934F}"/>
              </a:ext>
            </a:extLst>
          </p:cNvPr>
          <p:cNvPicPr>
            <a:picLocks noChangeAspect="1"/>
          </p:cNvPicPr>
          <p:nvPr/>
        </p:nvPicPr>
        <p:blipFill>
          <a:blip r:embed="rId3"/>
          <a:stretch>
            <a:fillRect/>
          </a:stretch>
        </p:blipFill>
        <p:spPr>
          <a:xfrm>
            <a:off x="422334" y="1250306"/>
            <a:ext cx="11347332" cy="2870137"/>
          </a:xfrm>
          <a:prstGeom prst="rect">
            <a:avLst/>
          </a:prstGeom>
        </p:spPr>
      </p:pic>
    </p:spTree>
    <p:extLst>
      <p:ext uri="{BB962C8B-B14F-4D97-AF65-F5344CB8AC3E}">
        <p14:creationId xmlns:p14="http://schemas.microsoft.com/office/powerpoint/2010/main" val="1594136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738F-E56B-3893-2216-3EA45439D98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DD102C-73E8-1684-C999-72890B477232}"/>
              </a:ext>
            </a:extLst>
          </p:cNvPr>
          <p:cNvSpPr>
            <a:spLocks noGrp="1"/>
          </p:cNvSpPr>
          <p:nvPr>
            <p:ph type="sldNum" sz="quarter" idx="12"/>
          </p:nvPr>
        </p:nvSpPr>
        <p:spPr/>
        <p:txBody>
          <a:bodyPr/>
          <a:lstStyle/>
          <a:p>
            <a:fld id="{E4ECB127-6B1D-4440-BB59-CB7FB51359B3}" type="slidenum">
              <a:rPr lang="en-CA" smtClean="0"/>
              <a:pPr/>
              <a:t>14</a:t>
            </a:fld>
            <a:endParaRPr lang="en-CA"/>
          </a:p>
        </p:txBody>
      </p:sp>
      <p:sp>
        <p:nvSpPr>
          <p:cNvPr id="2" name="Title 1">
            <a:extLst>
              <a:ext uri="{FF2B5EF4-FFF2-40B4-BE49-F238E27FC236}">
                <a16:creationId xmlns:a16="http://schemas.microsoft.com/office/drawing/2014/main" id="{8FA601FD-557D-8129-ABD3-0864B40DBF67}"/>
              </a:ext>
            </a:extLst>
          </p:cNvPr>
          <p:cNvSpPr>
            <a:spLocks noGrp="1"/>
          </p:cNvSpPr>
          <p:nvPr>
            <p:ph type="title"/>
          </p:nvPr>
        </p:nvSpPr>
        <p:spPr>
          <a:xfrm>
            <a:off x="381001" y="441326"/>
            <a:ext cx="8570912" cy="795804"/>
          </a:xfrm>
        </p:spPr>
        <p:txBody>
          <a:bodyPr>
            <a:noAutofit/>
          </a:bodyPr>
          <a:lstStyle/>
          <a:p>
            <a:r>
              <a:rPr lang="en-CA" dirty="0"/>
              <a:t>Limitations</a:t>
            </a:r>
          </a:p>
        </p:txBody>
      </p:sp>
      <p:sp>
        <p:nvSpPr>
          <p:cNvPr id="6" name="Text Placeholder 5">
            <a:extLst>
              <a:ext uri="{FF2B5EF4-FFF2-40B4-BE49-F238E27FC236}">
                <a16:creationId xmlns:a16="http://schemas.microsoft.com/office/drawing/2014/main" id="{CEDFAC49-26BC-5D72-624A-6EAD531F34D0}"/>
              </a:ext>
            </a:extLst>
          </p:cNvPr>
          <p:cNvSpPr>
            <a:spLocks noGrp="1"/>
          </p:cNvSpPr>
          <p:nvPr>
            <p:ph type="body" idx="1"/>
          </p:nvPr>
        </p:nvSpPr>
        <p:spPr>
          <a:xfrm>
            <a:off x="391760" y="1592263"/>
            <a:ext cx="5002212" cy="389819"/>
          </a:xfrm>
        </p:spPr>
        <p:txBody>
          <a:bodyPr>
            <a:noAutofit/>
          </a:bodyPr>
          <a:lstStyle/>
          <a:p>
            <a:r>
              <a:rPr lang="en-CA" dirty="0">
                <a:solidFill>
                  <a:schemeClr val="accent5"/>
                </a:solidFill>
              </a:rPr>
              <a:t>Unable to capture instantaneous initial fault current and individual PLL logic in weaker grid</a:t>
            </a:r>
          </a:p>
        </p:txBody>
      </p:sp>
      <p:sp>
        <p:nvSpPr>
          <p:cNvPr id="7" name="Content Placeholder 6">
            <a:extLst>
              <a:ext uri="{FF2B5EF4-FFF2-40B4-BE49-F238E27FC236}">
                <a16:creationId xmlns:a16="http://schemas.microsoft.com/office/drawing/2014/main" id="{8881F50A-0D06-88F9-855D-5FF8678773BD}"/>
              </a:ext>
            </a:extLst>
          </p:cNvPr>
          <p:cNvSpPr>
            <a:spLocks noGrp="1"/>
          </p:cNvSpPr>
          <p:nvPr>
            <p:ph sz="half" idx="2"/>
          </p:nvPr>
        </p:nvSpPr>
        <p:spPr/>
        <p:txBody>
          <a:bodyPr>
            <a:noAutofit/>
          </a:bodyPr>
          <a:lstStyle/>
          <a:p>
            <a:endParaRPr lang="en-CA" dirty="0"/>
          </a:p>
          <a:p>
            <a:pPr marL="0" indent="0">
              <a:buNone/>
            </a:pPr>
            <a:endParaRPr lang="en-CA" dirty="0"/>
          </a:p>
        </p:txBody>
      </p:sp>
      <p:sp>
        <p:nvSpPr>
          <p:cNvPr id="4" name="Text Placeholder 3">
            <a:extLst>
              <a:ext uri="{FF2B5EF4-FFF2-40B4-BE49-F238E27FC236}">
                <a16:creationId xmlns:a16="http://schemas.microsoft.com/office/drawing/2014/main" id="{94EC8CEB-117B-633E-82CC-081268C3BCE3}"/>
              </a:ext>
            </a:extLst>
          </p:cNvPr>
          <p:cNvSpPr>
            <a:spLocks noGrp="1"/>
          </p:cNvSpPr>
          <p:nvPr>
            <p:ph type="body" sz="quarter" idx="3"/>
          </p:nvPr>
        </p:nvSpPr>
        <p:spPr/>
        <p:txBody>
          <a:bodyPr>
            <a:noAutofit/>
          </a:bodyPr>
          <a:lstStyle/>
          <a:p>
            <a:r>
              <a:rPr lang="en-CA" dirty="0">
                <a:solidFill>
                  <a:schemeClr val="accent5"/>
                </a:solidFill>
              </a:rPr>
              <a:t>Identified coefficients and operating regions are inverter specific</a:t>
            </a:r>
          </a:p>
        </p:txBody>
      </p:sp>
      <p:sp>
        <p:nvSpPr>
          <p:cNvPr id="5" name="Content Placeholder 4">
            <a:extLst>
              <a:ext uri="{FF2B5EF4-FFF2-40B4-BE49-F238E27FC236}">
                <a16:creationId xmlns:a16="http://schemas.microsoft.com/office/drawing/2014/main" id="{4A843DC9-86A7-2135-F2A1-C4E87D61F6F1}"/>
              </a:ext>
            </a:extLst>
          </p:cNvPr>
          <p:cNvSpPr>
            <a:spLocks noGrp="1"/>
          </p:cNvSpPr>
          <p:nvPr>
            <p:ph sz="quarter" idx="4"/>
          </p:nvPr>
        </p:nvSpPr>
        <p:spPr/>
        <p:txBody>
          <a:bodyPr>
            <a:noAutofit/>
          </a:bodyPr>
          <a:lstStyle/>
          <a:p>
            <a:r>
              <a:rPr lang="en-CA" dirty="0"/>
              <a:t>Need to apply this framework to any inverter used in the network</a:t>
            </a:r>
          </a:p>
          <a:p>
            <a:r>
              <a:rPr lang="en-CA" dirty="0"/>
              <a:t>The takeaway is that it is possible using only measurable data obtained from the inverter to model its transient fault current in function of its terminal voltage.</a:t>
            </a:r>
          </a:p>
          <a:p>
            <a:r>
              <a:rPr lang="en-CA" dirty="0"/>
              <a:t>Framework is only developed for balanced 3-phase faults</a:t>
            </a:r>
          </a:p>
        </p:txBody>
      </p:sp>
      <p:pic>
        <p:nvPicPr>
          <p:cNvPr id="9" name="Picture 8">
            <a:extLst>
              <a:ext uri="{FF2B5EF4-FFF2-40B4-BE49-F238E27FC236}">
                <a16:creationId xmlns:a16="http://schemas.microsoft.com/office/drawing/2014/main" id="{E6BCE121-7A34-B1FF-C4A6-2F8795BA4204}"/>
              </a:ext>
            </a:extLst>
          </p:cNvPr>
          <p:cNvPicPr>
            <a:picLocks noChangeAspect="1"/>
          </p:cNvPicPr>
          <p:nvPr/>
        </p:nvPicPr>
        <p:blipFill>
          <a:blip r:embed="rId3"/>
          <a:stretch>
            <a:fillRect/>
          </a:stretch>
        </p:blipFill>
        <p:spPr>
          <a:xfrm>
            <a:off x="381001" y="2337215"/>
            <a:ext cx="5160800" cy="2836342"/>
          </a:xfrm>
          <a:prstGeom prst="rect">
            <a:avLst/>
          </a:prstGeom>
        </p:spPr>
      </p:pic>
    </p:spTree>
    <p:extLst>
      <p:ext uri="{BB962C8B-B14F-4D97-AF65-F5344CB8AC3E}">
        <p14:creationId xmlns:p14="http://schemas.microsoft.com/office/powerpoint/2010/main" val="3822418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BB2C7-E027-0EE5-0868-6B8640B637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2C8973-E1B4-F25A-5CFD-C190B8DEC362}"/>
              </a:ext>
            </a:extLst>
          </p:cNvPr>
          <p:cNvSpPr>
            <a:spLocks noGrp="1"/>
          </p:cNvSpPr>
          <p:nvPr>
            <p:ph type="sldNum" sz="quarter" idx="12"/>
          </p:nvPr>
        </p:nvSpPr>
        <p:spPr/>
        <p:txBody>
          <a:bodyPr/>
          <a:lstStyle/>
          <a:p>
            <a:fld id="{E4ECB127-6B1D-4440-BB59-CB7FB51359B3}" type="slidenum">
              <a:rPr lang="en-CA" smtClean="0"/>
              <a:pPr/>
              <a:t>15</a:t>
            </a:fld>
            <a:endParaRPr lang="en-CA"/>
          </a:p>
        </p:txBody>
      </p:sp>
      <p:sp>
        <p:nvSpPr>
          <p:cNvPr id="2" name="Title 1">
            <a:extLst>
              <a:ext uri="{FF2B5EF4-FFF2-40B4-BE49-F238E27FC236}">
                <a16:creationId xmlns:a16="http://schemas.microsoft.com/office/drawing/2014/main" id="{CD8CDD9D-EEF5-C653-427E-EC2F2D26F028}"/>
              </a:ext>
            </a:extLst>
          </p:cNvPr>
          <p:cNvSpPr>
            <a:spLocks noGrp="1"/>
          </p:cNvSpPr>
          <p:nvPr>
            <p:ph type="title"/>
          </p:nvPr>
        </p:nvSpPr>
        <p:spPr/>
        <p:txBody>
          <a:bodyPr>
            <a:noAutofit/>
          </a:bodyPr>
          <a:lstStyle/>
          <a:p>
            <a:r>
              <a:rPr lang="en-CA" dirty="0"/>
              <a:t>Conclusion</a:t>
            </a:r>
          </a:p>
        </p:txBody>
      </p:sp>
      <p:sp>
        <p:nvSpPr>
          <p:cNvPr id="6" name="Text Placeholder 5">
            <a:extLst>
              <a:ext uri="{FF2B5EF4-FFF2-40B4-BE49-F238E27FC236}">
                <a16:creationId xmlns:a16="http://schemas.microsoft.com/office/drawing/2014/main" id="{8FF0A032-21B6-EC91-6333-017265786BC8}"/>
              </a:ext>
            </a:extLst>
          </p:cNvPr>
          <p:cNvSpPr>
            <a:spLocks noGrp="1"/>
          </p:cNvSpPr>
          <p:nvPr>
            <p:ph type="body" idx="1"/>
          </p:nvPr>
        </p:nvSpPr>
        <p:spPr/>
        <p:txBody>
          <a:bodyPr>
            <a:noAutofit/>
          </a:bodyPr>
          <a:lstStyle/>
          <a:p>
            <a:r>
              <a:rPr lang="en-CA" dirty="0"/>
              <a:t>Contributions and Takeaways</a:t>
            </a:r>
            <a:endParaRPr lang="en-CA" dirty="0">
              <a:solidFill>
                <a:schemeClr val="accent5"/>
              </a:solidFill>
            </a:endParaRPr>
          </a:p>
        </p:txBody>
      </p:sp>
      <p:sp>
        <p:nvSpPr>
          <p:cNvPr id="7" name="Content Placeholder 6">
            <a:extLst>
              <a:ext uri="{FF2B5EF4-FFF2-40B4-BE49-F238E27FC236}">
                <a16:creationId xmlns:a16="http://schemas.microsoft.com/office/drawing/2014/main" id="{504DC7A5-BB23-0E74-FEFF-B29ADC820EF0}"/>
              </a:ext>
            </a:extLst>
          </p:cNvPr>
          <p:cNvSpPr>
            <a:spLocks noGrp="1"/>
          </p:cNvSpPr>
          <p:nvPr>
            <p:ph sz="half" idx="2"/>
          </p:nvPr>
        </p:nvSpPr>
        <p:spPr/>
        <p:txBody>
          <a:bodyPr>
            <a:noAutofit/>
          </a:bodyPr>
          <a:lstStyle/>
          <a:p>
            <a:r>
              <a:rPr lang="en-CA" b="1" dirty="0"/>
              <a:t>Physics-informed empirical framework for rapid short-circuit response for GFL IBRs</a:t>
            </a:r>
          </a:p>
          <a:p>
            <a:r>
              <a:rPr lang="en-CA" b="1" dirty="0"/>
              <a:t>Demonstration that this reduced representation is able to accurately represent the fault current while remaining suitable for network-level calculations</a:t>
            </a:r>
          </a:p>
          <a:p>
            <a:r>
              <a:rPr lang="en-CA" b="1" dirty="0"/>
              <a:t>Provide a practical bridge between oversimplified conventional short-circuit models and detailed EMT simulations</a:t>
            </a:r>
          </a:p>
          <a:p>
            <a:r>
              <a:rPr lang="en-CA" b="1" dirty="0"/>
              <a:t>No need to access proprietary internal controller state to obtain useful estimate of the IBR short-circuit fault current</a:t>
            </a:r>
          </a:p>
          <a:p>
            <a:pPr marL="0" indent="0">
              <a:buNone/>
            </a:pPr>
            <a:endParaRPr lang="en-CA" b="1" dirty="0"/>
          </a:p>
        </p:txBody>
      </p:sp>
      <p:sp>
        <p:nvSpPr>
          <p:cNvPr id="4" name="Text Placeholder 3">
            <a:extLst>
              <a:ext uri="{FF2B5EF4-FFF2-40B4-BE49-F238E27FC236}">
                <a16:creationId xmlns:a16="http://schemas.microsoft.com/office/drawing/2014/main" id="{30967CB1-3183-8BC4-B4AD-589CB66E447A}"/>
              </a:ext>
            </a:extLst>
          </p:cNvPr>
          <p:cNvSpPr>
            <a:spLocks noGrp="1"/>
          </p:cNvSpPr>
          <p:nvPr>
            <p:ph type="body" sz="quarter" idx="3"/>
          </p:nvPr>
        </p:nvSpPr>
        <p:spPr/>
        <p:txBody>
          <a:bodyPr>
            <a:noAutofit/>
          </a:bodyPr>
          <a:lstStyle/>
          <a:p>
            <a:r>
              <a:rPr lang="en-CA" dirty="0">
                <a:solidFill>
                  <a:schemeClr val="accent5"/>
                </a:solidFill>
              </a:rPr>
              <a:t>Future Work</a:t>
            </a:r>
          </a:p>
        </p:txBody>
      </p:sp>
      <p:sp>
        <p:nvSpPr>
          <p:cNvPr id="5" name="Content Placeholder 4">
            <a:extLst>
              <a:ext uri="{FF2B5EF4-FFF2-40B4-BE49-F238E27FC236}">
                <a16:creationId xmlns:a16="http://schemas.microsoft.com/office/drawing/2014/main" id="{A97D9FE3-9A73-B263-E1C8-BF9A6E8F4F68}"/>
              </a:ext>
            </a:extLst>
          </p:cNvPr>
          <p:cNvSpPr>
            <a:spLocks noGrp="1"/>
          </p:cNvSpPr>
          <p:nvPr>
            <p:ph sz="quarter" idx="4"/>
          </p:nvPr>
        </p:nvSpPr>
        <p:spPr/>
        <p:txBody>
          <a:bodyPr>
            <a:noAutofit/>
          </a:bodyPr>
          <a:lstStyle/>
          <a:p>
            <a:r>
              <a:rPr lang="en-CA" b="1" dirty="0"/>
              <a:t>Extend framework to GFM</a:t>
            </a:r>
          </a:p>
          <a:p>
            <a:r>
              <a:rPr lang="en-CA" b="1" dirty="0"/>
              <a:t>Extend framework to unsymmetrical faults</a:t>
            </a:r>
          </a:p>
          <a:p>
            <a:r>
              <a:rPr lang="en-CA" b="1" dirty="0"/>
              <a:t>Examine different PLL and controller implementations with more advanced parameter identification</a:t>
            </a:r>
          </a:p>
          <a:p>
            <a:r>
              <a:rPr lang="en-CA" b="1" dirty="0"/>
              <a:t>Validate using real inverter hardware and field measurements</a:t>
            </a:r>
          </a:p>
        </p:txBody>
      </p:sp>
    </p:spTree>
    <p:extLst>
      <p:ext uri="{BB962C8B-B14F-4D97-AF65-F5344CB8AC3E}">
        <p14:creationId xmlns:p14="http://schemas.microsoft.com/office/powerpoint/2010/main" val="1743317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E3D1-518D-7038-2B0B-09522463C3B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8793187-EFAB-EEC3-5B29-743BADDC9520}"/>
              </a:ext>
            </a:extLst>
          </p:cNvPr>
          <p:cNvSpPr>
            <a:spLocks noGrp="1"/>
          </p:cNvSpPr>
          <p:nvPr>
            <p:ph type="sldNum" sz="quarter" idx="12"/>
          </p:nvPr>
        </p:nvSpPr>
        <p:spPr/>
        <p:txBody>
          <a:bodyPr/>
          <a:lstStyle/>
          <a:p>
            <a:fld id="{E4ECB127-6B1D-4440-BB59-CB7FB51359B3}" type="slidenum">
              <a:rPr lang="en-CA" smtClean="0"/>
              <a:pPr/>
              <a:t>16</a:t>
            </a:fld>
            <a:endParaRPr lang="en-CA"/>
          </a:p>
        </p:txBody>
      </p:sp>
      <p:sp>
        <p:nvSpPr>
          <p:cNvPr id="2" name="Title 1">
            <a:extLst>
              <a:ext uri="{FF2B5EF4-FFF2-40B4-BE49-F238E27FC236}">
                <a16:creationId xmlns:a16="http://schemas.microsoft.com/office/drawing/2014/main" id="{328B6849-E74E-242A-C4A3-C9D9B0EDB9C8}"/>
              </a:ext>
            </a:extLst>
          </p:cNvPr>
          <p:cNvSpPr>
            <a:spLocks noGrp="1"/>
          </p:cNvSpPr>
          <p:nvPr>
            <p:ph type="title"/>
          </p:nvPr>
        </p:nvSpPr>
        <p:spPr/>
        <p:txBody>
          <a:bodyPr>
            <a:noAutofit/>
          </a:bodyPr>
          <a:lstStyle/>
          <a:p>
            <a:r>
              <a:rPr lang="en-CA" dirty="0"/>
              <a:t>Contributions</a:t>
            </a:r>
          </a:p>
        </p:txBody>
      </p:sp>
      <p:sp>
        <p:nvSpPr>
          <p:cNvPr id="6" name="Text Placeholder 5">
            <a:extLst>
              <a:ext uri="{FF2B5EF4-FFF2-40B4-BE49-F238E27FC236}">
                <a16:creationId xmlns:a16="http://schemas.microsoft.com/office/drawing/2014/main" id="{0387450D-A024-09BD-6E12-704EE14B7B02}"/>
              </a:ext>
            </a:extLst>
          </p:cNvPr>
          <p:cNvSpPr>
            <a:spLocks noGrp="1"/>
          </p:cNvSpPr>
          <p:nvPr>
            <p:ph type="body" idx="1"/>
          </p:nvPr>
        </p:nvSpPr>
        <p:spPr>
          <a:xfrm>
            <a:off x="381002" y="1592263"/>
            <a:ext cx="5002212" cy="571722"/>
          </a:xfrm>
        </p:spPr>
        <p:txBody>
          <a:bodyPr>
            <a:noAutofit/>
          </a:bodyPr>
          <a:lstStyle/>
          <a:p>
            <a:r>
              <a:rPr lang="en-CA" dirty="0">
                <a:solidFill>
                  <a:schemeClr val="accent5"/>
                </a:solidFill>
              </a:rPr>
              <a:t>Development of an empirical framework for rapid calculation of short-circuit responses.</a:t>
            </a:r>
          </a:p>
        </p:txBody>
      </p:sp>
      <p:sp>
        <p:nvSpPr>
          <p:cNvPr id="7" name="Content Placeholder 6">
            <a:extLst>
              <a:ext uri="{FF2B5EF4-FFF2-40B4-BE49-F238E27FC236}">
                <a16:creationId xmlns:a16="http://schemas.microsoft.com/office/drawing/2014/main" id="{41C1926D-45D0-CA3B-93B8-B224DC30AD51}"/>
              </a:ext>
            </a:extLst>
          </p:cNvPr>
          <p:cNvSpPr>
            <a:spLocks noGrp="1"/>
          </p:cNvSpPr>
          <p:nvPr>
            <p:ph sz="half" idx="2"/>
          </p:nvPr>
        </p:nvSpPr>
        <p:spPr/>
        <p:txBody>
          <a:bodyPr>
            <a:noAutofit/>
          </a:bodyPr>
          <a:lstStyle/>
          <a:p>
            <a:r>
              <a:rPr lang="en-CA" dirty="0"/>
              <a:t>Separate empirical formulas for inverter’s active power, reactive power, current magnitude, and current phase.</a:t>
            </a:r>
          </a:p>
          <a:p>
            <a:r>
              <a:rPr lang="en-CA" dirty="0"/>
              <a:t>Demonstrate results based on an open-source EPRI GFL inverter model</a:t>
            </a:r>
          </a:p>
          <a:p>
            <a:r>
              <a:rPr lang="en-CA" dirty="0"/>
              <a:t>Design a framework to bridge highly simplified constant models to intensely computational EMT models</a:t>
            </a:r>
          </a:p>
          <a:p>
            <a:r>
              <a:rPr lang="en-CA" dirty="0"/>
              <a:t>Keep number of empirical parameters small</a:t>
            </a:r>
          </a:p>
          <a:p>
            <a:endParaRPr lang="en-CA" dirty="0"/>
          </a:p>
          <a:p>
            <a:pPr marL="0" indent="0">
              <a:buNone/>
            </a:pPr>
            <a:endParaRPr lang="en-CA" dirty="0"/>
          </a:p>
        </p:txBody>
      </p:sp>
      <p:sp>
        <p:nvSpPr>
          <p:cNvPr id="4" name="Text Placeholder 3">
            <a:extLst>
              <a:ext uri="{FF2B5EF4-FFF2-40B4-BE49-F238E27FC236}">
                <a16:creationId xmlns:a16="http://schemas.microsoft.com/office/drawing/2014/main" id="{0C52D62E-1780-B6F3-FAE3-6DAC91F6C8BA}"/>
              </a:ext>
            </a:extLst>
          </p:cNvPr>
          <p:cNvSpPr>
            <a:spLocks noGrp="1"/>
          </p:cNvSpPr>
          <p:nvPr>
            <p:ph type="body" sz="quarter" idx="3"/>
          </p:nvPr>
        </p:nvSpPr>
        <p:spPr>
          <a:xfrm>
            <a:off x="6096000" y="1602670"/>
            <a:ext cx="5003800" cy="561315"/>
          </a:xfrm>
        </p:spPr>
        <p:txBody>
          <a:bodyPr>
            <a:noAutofit/>
          </a:bodyPr>
          <a:lstStyle/>
          <a:p>
            <a:r>
              <a:rPr lang="en-CA" dirty="0">
                <a:solidFill>
                  <a:schemeClr val="accent5"/>
                </a:solidFill>
              </a:rPr>
              <a:t>Detailed investigation of the variables and controller mechanisms that govern IBR fault behavior</a:t>
            </a:r>
          </a:p>
        </p:txBody>
      </p:sp>
      <p:sp>
        <p:nvSpPr>
          <p:cNvPr id="5" name="Content Placeholder 4">
            <a:extLst>
              <a:ext uri="{FF2B5EF4-FFF2-40B4-BE49-F238E27FC236}">
                <a16:creationId xmlns:a16="http://schemas.microsoft.com/office/drawing/2014/main" id="{B3024DE5-2832-66D1-B87E-5E46B2FA3522}"/>
              </a:ext>
            </a:extLst>
          </p:cNvPr>
          <p:cNvSpPr>
            <a:spLocks noGrp="1"/>
          </p:cNvSpPr>
          <p:nvPr>
            <p:ph sz="quarter" idx="4"/>
          </p:nvPr>
        </p:nvSpPr>
        <p:spPr/>
        <p:txBody>
          <a:bodyPr>
            <a:noAutofit/>
          </a:bodyPr>
          <a:lstStyle/>
          <a:p>
            <a:r>
              <a:rPr lang="en-CA" dirty="0"/>
              <a:t>Distinguish normal, current-limited, and low-voltage frozen operating regions.</a:t>
            </a:r>
          </a:p>
          <a:p>
            <a:r>
              <a:rPr lang="en-CA" dirty="0"/>
              <a:t>Demonstrate why a linear or constant current relationship does not work</a:t>
            </a:r>
          </a:p>
          <a:p>
            <a:r>
              <a:rPr lang="en-CA" dirty="0"/>
              <a:t>Demonstrate the importance of current phase.</a:t>
            </a:r>
          </a:p>
        </p:txBody>
      </p:sp>
    </p:spTree>
    <p:extLst>
      <p:ext uri="{BB962C8B-B14F-4D97-AF65-F5344CB8AC3E}">
        <p14:creationId xmlns:p14="http://schemas.microsoft.com/office/powerpoint/2010/main" val="3855711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81A81-E694-3847-667F-C13745D3E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E6DAF-4DA8-23AF-065E-E975DDE5C461}"/>
              </a:ext>
            </a:extLst>
          </p:cNvPr>
          <p:cNvSpPr>
            <a:spLocks noGrp="1"/>
          </p:cNvSpPr>
          <p:nvPr>
            <p:ph type="title"/>
          </p:nvPr>
        </p:nvSpPr>
        <p:spPr/>
        <p:txBody>
          <a:bodyPr/>
          <a:lstStyle/>
          <a:p>
            <a:r>
              <a:rPr lang="en-CA" dirty="0"/>
              <a:t>Full </a:t>
            </a:r>
            <a:r>
              <a:rPr lang="en-CA" dirty="0" err="1"/>
              <a:t>dq</a:t>
            </a:r>
            <a:r>
              <a:rPr lang="en-CA" dirty="0"/>
              <a:t> derivation of P, Q, I</a:t>
            </a:r>
          </a:p>
        </p:txBody>
      </p:sp>
      <p:sp>
        <p:nvSpPr>
          <p:cNvPr id="3" name="Content Placeholder 2">
            <a:extLst>
              <a:ext uri="{FF2B5EF4-FFF2-40B4-BE49-F238E27FC236}">
                <a16:creationId xmlns:a16="http://schemas.microsoft.com/office/drawing/2014/main" id="{DAC439E0-155A-73FB-CA50-8D091D641CAE}"/>
              </a:ext>
            </a:extLst>
          </p:cNvPr>
          <p:cNvSpPr>
            <a:spLocks noGrp="1"/>
          </p:cNvSpPr>
          <p:nvPr>
            <p:ph idx="1"/>
          </p:nvPr>
        </p:nvSpPr>
        <p:spPr/>
        <p:txBody>
          <a:bodyPr/>
          <a:lstStyle/>
          <a:p>
            <a:r>
              <a:rPr lang="en-CA" dirty="0"/>
              <a:t>If </a:t>
            </a:r>
            <a:r>
              <a:rPr lang="el-GR" dirty="0"/>
              <a:t>θ</a:t>
            </a:r>
            <a:r>
              <a:rPr lang="en-CA" dirty="0"/>
              <a:t>PLL ≈ </a:t>
            </a:r>
            <a:r>
              <a:rPr lang="el-GR" dirty="0"/>
              <a:t>θ</a:t>
            </a:r>
            <a:r>
              <a:rPr lang="en-CA" dirty="0"/>
              <a:t>V: </a:t>
            </a:r>
          </a:p>
        </p:txBody>
      </p:sp>
      <p:sp>
        <p:nvSpPr>
          <p:cNvPr id="4" name="Slide Number Placeholder 3">
            <a:extLst>
              <a:ext uri="{FF2B5EF4-FFF2-40B4-BE49-F238E27FC236}">
                <a16:creationId xmlns:a16="http://schemas.microsoft.com/office/drawing/2014/main" id="{B96073FB-BB70-BE02-6C14-7354BAC7AF57}"/>
              </a:ext>
            </a:extLst>
          </p:cNvPr>
          <p:cNvSpPr>
            <a:spLocks noGrp="1"/>
          </p:cNvSpPr>
          <p:nvPr>
            <p:ph type="sldNum" sz="quarter" idx="12"/>
          </p:nvPr>
        </p:nvSpPr>
        <p:spPr/>
        <p:txBody>
          <a:bodyPr/>
          <a:lstStyle/>
          <a:p>
            <a:fld id="{1BD90C89-BB05-D647-8C9B-C2376028CB3D}" type="slidenum">
              <a:rPr lang="en-CA" smtClean="0"/>
              <a:t>17</a:t>
            </a:fld>
            <a:endParaRPr lang="en-CA"/>
          </a:p>
        </p:txBody>
      </p:sp>
      <p:pic>
        <p:nvPicPr>
          <p:cNvPr id="8" name="Picture 7">
            <a:extLst>
              <a:ext uri="{FF2B5EF4-FFF2-40B4-BE49-F238E27FC236}">
                <a16:creationId xmlns:a16="http://schemas.microsoft.com/office/drawing/2014/main" id="{C704933B-361D-2383-30FD-EB3D552C2DCF}"/>
              </a:ext>
            </a:extLst>
          </p:cNvPr>
          <p:cNvPicPr>
            <a:picLocks noChangeAspect="1"/>
          </p:cNvPicPr>
          <p:nvPr/>
        </p:nvPicPr>
        <p:blipFill>
          <a:blip r:embed="rId3"/>
          <a:stretch>
            <a:fillRect/>
          </a:stretch>
        </p:blipFill>
        <p:spPr>
          <a:xfrm>
            <a:off x="2037328" y="1164230"/>
            <a:ext cx="2629128" cy="1409822"/>
          </a:xfrm>
          <a:prstGeom prst="rect">
            <a:avLst/>
          </a:prstGeom>
        </p:spPr>
      </p:pic>
      <p:pic>
        <p:nvPicPr>
          <p:cNvPr id="10" name="Picture 9">
            <a:extLst>
              <a:ext uri="{FF2B5EF4-FFF2-40B4-BE49-F238E27FC236}">
                <a16:creationId xmlns:a16="http://schemas.microsoft.com/office/drawing/2014/main" id="{8F4F9925-BBEE-306D-95B8-8A44F7D7ACDE}"/>
              </a:ext>
            </a:extLst>
          </p:cNvPr>
          <p:cNvPicPr>
            <a:picLocks noChangeAspect="1"/>
          </p:cNvPicPr>
          <p:nvPr/>
        </p:nvPicPr>
        <p:blipFill>
          <a:blip r:embed="rId4"/>
          <a:stretch>
            <a:fillRect/>
          </a:stretch>
        </p:blipFill>
        <p:spPr>
          <a:xfrm>
            <a:off x="5030636" y="991518"/>
            <a:ext cx="3055885" cy="769687"/>
          </a:xfrm>
          <a:prstGeom prst="rect">
            <a:avLst/>
          </a:prstGeom>
        </p:spPr>
      </p:pic>
      <p:pic>
        <p:nvPicPr>
          <p:cNvPr id="12" name="Picture 11">
            <a:extLst>
              <a:ext uri="{FF2B5EF4-FFF2-40B4-BE49-F238E27FC236}">
                <a16:creationId xmlns:a16="http://schemas.microsoft.com/office/drawing/2014/main" id="{77B255CE-7B3A-C98E-6BBE-F24F1FB25764}"/>
              </a:ext>
            </a:extLst>
          </p:cNvPr>
          <p:cNvPicPr>
            <a:picLocks noChangeAspect="1"/>
          </p:cNvPicPr>
          <p:nvPr/>
        </p:nvPicPr>
        <p:blipFill>
          <a:blip r:embed="rId5"/>
          <a:stretch>
            <a:fillRect/>
          </a:stretch>
        </p:blipFill>
        <p:spPr>
          <a:xfrm>
            <a:off x="5030636" y="1804743"/>
            <a:ext cx="5522826" cy="769309"/>
          </a:xfrm>
          <a:prstGeom prst="rect">
            <a:avLst/>
          </a:prstGeom>
        </p:spPr>
      </p:pic>
      <p:pic>
        <p:nvPicPr>
          <p:cNvPr id="16" name="Picture 15">
            <a:extLst>
              <a:ext uri="{FF2B5EF4-FFF2-40B4-BE49-F238E27FC236}">
                <a16:creationId xmlns:a16="http://schemas.microsoft.com/office/drawing/2014/main" id="{2C157CE7-B39A-B5C5-F8DF-F5F38BBD499E}"/>
              </a:ext>
            </a:extLst>
          </p:cNvPr>
          <p:cNvPicPr>
            <a:picLocks noChangeAspect="1"/>
          </p:cNvPicPr>
          <p:nvPr/>
        </p:nvPicPr>
        <p:blipFill>
          <a:blip r:embed="rId6"/>
          <a:stretch>
            <a:fillRect/>
          </a:stretch>
        </p:blipFill>
        <p:spPr>
          <a:xfrm>
            <a:off x="555503" y="2735140"/>
            <a:ext cx="2155424" cy="729657"/>
          </a:xfrm>
          <a:prstGeom prst="rect">
            <a:avLst/>
          </a:prstGeom>
        </p:spPr>
      </p:pic>
      <p:pic>
        <p:nvPicPr>
          <p:cNvPr id="18" name="Picture 17">
            <a:extLst>
              <a:ext uri="{FF2B5EF4-FFF2-40B4-BE49-F238E27FC236}">
                <a16:creationId xmlns:a16="http://schemas.microsoft.com/office/drawing/2014/main" id="{53D4D8E3-CD61-61BE-2717-A7F32D69A8E7}"/>
              </a:ext>
            </a:extLst>
          </p:cNvPr>
          <p:cNvPicPr>
            <a:picLocks noChangeAspect="1"/>
          </p:cNvPicPr>
          <p:nvPr/>
        </p:nvPicPr>
        <p:blipFill>
          <a:blip r:embed="rId7"/>
          <a:stretch>
            <a:fillRect/>
          </a:stretch>
        </p:blipFill>
        <p:spPr>
          <a:xfrm>
            <a:off x="2885430" y="2748459"/>
            <a:ext cx="2644369" cy="670618"/>
          </a:xfrm>
          <a:prstGeom prst="rect">
            <a:avLst/>
          </a:prstGeom>
        </p:spPr>
      </p:pic>
      <p:pic>
        <p:nvPicPr>
          <p:cNvPr id="20" name="Picture 19">
            <a:extLst>
              <a:ext uri="{FF2B5EF4-FFF2-40B4-BE49-F238E27FC236}">
                <a16:creationId xmlns:a16="http://schemas.microsoft.com/office/drawing/2014/main" id="{62D46A7E-6989-2BCD-BA3B-A46FAB0A79ED}"/>
              </a:ext>
            </a:extLst>
          </p:cNvPr>
          <p:cNvPicPr>
            <a:picLocks noChangeAspect="1"/>
          </p:cNvPicPr>
          <p:nvPr/>
        </p:nvPicPr>
        <p:blipFill>
          <a:blip r:embed="rId8"/>
          <a:stretch>
            <a:fillRect/>
          </a:stretch>
        </p:blipFill>
        <p:spPr>
          <a:xfrm>
            <a:off x="5888231" y="2786533"/>
            <a:ext cx="2091066" cy="567212"/>
          </a:xfrm>
          <a:prstGeom prst="rect">
            <a:avLst/>
          </a:prstGeom>
        </p:spPr>
      </p:pic>
      <p:pic>
        <p:nvPicPr>
          <p:cNvPr id="24" name="Picture 23">
            <a:extLst>
              <a:ext uri="{FF2B5EF4-FFF2-40B4-BE49-F238E27FC236}">
                <a16:creationId xmlns:a16="http://schemas.microsoft.com/office/drawing/2014/main" id="{B20F80A3-AF0F-1D5A-40FC-CD5359A0B125}"/>
              </a:ext>
            </a:extLst>
          </p:cNvPr>
          <p:cNvPicPr>
            <a:picLocks noChangeAspect="1"/>
          </p:cNvPicPr>
          <p:nvPr/>
        </p:nvPicPr>
        <p:blipFill>
          <a:blip r:embed="rId9"/>
          <a:stretch>
            <a:fillRect/>
          </a:stretch>
        </p:blipFill>
        <p:spPr>
          <a:xfrm>
            <a:off x="379005" y="3536950"/>
            <a:ext cx="2331922" cy="823031"/>
          </a:xfrm>
          <a:prstGeom prst="rect">
            <a:avLst/>
          </a:prstGeom>
        </p:spPr>
      </p:pic>
      <p:pic>
        <p:nvPicPr>
          <p:cNvPr id="26" name="Picture 25">
            <a:extLst>
              <a:ext uri="{FF2B5EF4-FFF2-40B4-BE49-F238E27FC236}">
                <a16:creationId xmlns:a16="http://schemas.microsoft.com/office/drawing/2014/main" id="{856D89B1-E811-FFBB-5CB6-8FF65FA38977}"/>
              </a:ext>
            </a:extLst>
          </p:cNvPr>
          <p:cNvPicPr>
            <a:picLocks noChangeAspect="1"/>
          </p:cNvPicPr>
          <p:nvPr/>
        </p:nvPicPr>
        <p:blipFill>
          <a:blip r:embed="rId10"/>
          <a:stretch>
            <a:fillRect/>
          </a:stretch>
        </p:blipFill>
        <p:spPr>
          <a:xfrm>
            <a:off x="2885430" y="3544570"/>
            <a:ext cx="4419983" cy="815411"/>
          </a:xfrm>
          <a:prstGeom prst="rect">
            <a:avLst/>
          </a:prstGeom>
        </p:spPr>
      </p:pic>
      <p:pic>
        <p:nvPicPr>
          <p:cNvPr id="28" name="Picture 27">
            <a:extLst>
              <a:ext uri="{FF2B5EF4-FFF2-40B4-BE49-F238E27FC236}">
                <a16:creationId xmlns:a16="http://schemas.microsoft.com/office/drawing/2014/main" id="{F8D169E9-7B31-4F1E-2D5A-42730B224042}"/>
              </a:ext>
            </a:extLst>
          </p:cNvPr>
          <p:cNvPicPr>
            <a:picLocks noChangeAspect="1"/>
          </p:cNvPicPr>
          <p:nvPr/>
        </p:nvPicPr>
        <p:blipFill>
          <a:blip r:embed="rId11"/>
          <a:stretch>
            <a:fillRect/>
          </a:stretch>
        </p:blipFill>
        <p:spPr>
          <a:xfrm>
            <a:off x="495322" y="4359981"/>
            <a:ext cx="2187130" cy="845893"/>
          </a:xfrm>
          <a:prstGeom prst="rect">
            <a:avLst/>
          </a:prstGeom>
        </p:spPr>
      </p:pic>
      <p:pic>
        <p:nvPicPr>
          <p:cNvPr id="30" name="Picture 29">
            <a:extLst>
              <a:ext uri="{FF2B5EF4-FFF2-40B4-BE49-F238E27FC236}">
                <a16:creationId xmlns:a16="http://schemas.microsoft.com/office/drawing/2014/main" id="{61D1D069-2BBE-88F3-0521-FB3E7E2DA8CF}"/>
              </a:ext>
            </a:extLst>
          </p:cNvPr>
          <p:cNvPicPr>
            <a:picLocks noChangeAspect="1"/>
          </p:cNvPicPr>
          <p:nvPr/>
        </p:nvPicPr>
        <p:blipFill>
          <a:blip r:embed="rId12"/>
          <a:stretch>
            <a:fillRect/>
          </a:stretch>
        </p:blipFill>
        <p:spPr>
          <a:xfrm>
            <a:off x="2639360" y="4373075"/>
            <a:ext cx="4054191" cy="2072820"/>
          </a:xfrm>
          <a:prstGeom prst="rect">
            <a:avLst/>
          </a:prstGeom>
        </p:spPr>
      </p:pic>
      <p:pic>
        <p:nvPicPr>
          <p:cNvPr id="32" name="Picture 31">
            <a:extLst>
              <a:ext uri="{FF2B5EF4-FFF2-40B4-BE49-F238E27FC236}">
                <a16:creationId xmlns:a16="http://schemas.microsoft.com/office/drawing/2014/main" id="{FFDC0EC8-070C-19A7-A069-05C96C7C71F4}"/>
              </a:ext>
            </a:extLst>
          </p:cNvPr>
          <p:cNvPicPr>
            <a:picLocks noChangeAspect="1"/>
          </p:cNvPicPr>
          <p:nvPr/>
        </p:nvPicPr>
        <p:blipFill>
          <a:blip r:embed="rId13"/>
          <a:stretch>
            <a:fillRect/>
          </a:stretch>
        </p:blipFill>
        <p:spPr>
          <a:xfrm>
            <a:off x="6868054" y="4198846"/>
            <a:ext cx="5014395" cy="1066892"/>
          </a:xfrm>
          <a:prstGeom prst="rect">
            <a:avLst/>
          </a:prstGeom>
        </p:spPr>
      </p:pic>
      <p:pic>
        <p:nvPicPr>
          <p:cNvPr id="36" name="Picture 35">
            <a:extLst>
              <a:ext uri="{FF2B5EF4-FFF2-40B4-BE49-F238E27FC236}">
                <a16:creationId xmlns:a16="http://schemas.microsoft.com/office/drawing/2014/main" id="{77384F06-552A-B635-CCD8-AA3E7E57E9C7}"/>
              </a:ext>
            </a:extLst>
          </p:cNvPr>
          <p:cNvPicPr>
            <a:picLocks noChangeAspect="1"/>
          </p:cNvPicPr>
          <p:nvPr/>
        </p:nvPicPr>
        <p:blipFill>
          <a:blip r:embed="rId14"/>
          <a:stretch>
            <a:fillRect/>
          </a:stretch>
        </p:blipFill>
        <p:spPr>
          <a:xfrm>
            <a:off x="5789392" y="281742"/>
            <a:ext cx="5959356" cy="548688"/>
          </a:xfrm>
          <a:prstGeom prst="rect">
            <a:avLst/>
          </a:prstGeom>
        </p:spPr>
      </p:pic>
      <p:pic>
        <p:nvPicPr>
          <p:cNvPr id="38" name="Picture 37">
            <a:extLst>
              <a:ext uri="{FF2B5EF4-FFF2-40B4-BE49-F238E27FC236}">
                <a16:creationId xmlns:a16="http://schemas.microsoft.com/office/drawing/2014/main" id="{4F340C89-DB22-3A6C-E52F-2E05796FF46D}"/>
              </a:ext>
            </a:extLst>
          </p:cNvPr>
          <p:cNvPicPr>
            <a:picLocks noChangeAspect="1"/>
          </p:cNvPicPr>
          <p:nvPr/>
        </p:nvPicPr>
        <p:blipFill>
          <a:blip r:embed="rId15"/>
          <a:stretch>
            <a:fillRect/>
          </a:stretch>
        </p:blipFill>
        <p:spPr>
          <a:xfrm>
            <a:off x="6868054" y="5488708"/>
            <a:ext cx="3025402" cy="891617"/>
          </a:xfrm>
          <a:prstGeom prst="rect">
            <a:avLst/>
          </a:prstGeom>
        </p:spPr>
      </p:pic>
    </p:spTree>
    <p:extLst>
      <p:ext uri="{BB962C8B-B14F-4D97-AF65-F5344CB8AC3E}">
        <p14:creationId xmlns:p14="http://schemas.microsoft.com/office/powerpoint/2010/main" val="741900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3FD1F-6932-D9AF-FE4F-A5AA43503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C4D99-BE33-4FDD-F5C3-5B629628C91C}"/>
              </a:ext>
            </a:extLst>
          </p:cNvPr>
          <p:cNvSpPr>
            <a:spLocks noGrp="1"/>
          </p:cNvSpPr>
          <p:nvPr>
            <p:ph type="title"/>
          </p:nvPr>
        </p:nvSpPr>
        <p:spPr/>
        <p:txBody>
          <a:bodyPr/>
          <a:lstStyle/>
          <a:p>
            <a:r>
              <a:rPr lang="en-CA" dirty="0"/>
              <a:t>Definition and Physical Meaning of ∆</a:t>
            </a:r>
            <a:r>
              <a:rPr lang="el-GR" dirty="0"/>
              <a:t>θ</a:t>
            </a:r>
            <a:endParaRPr lang="en-CA" dirty="0"/>
          </a:p>
        </p:txBody>
      </p:sp>
      <p:sp>
        <p:nvSpPr>
          <p:cNvPr id="3" name="Content Placeholder 2">
            <a:extLst>
              <a:ext uri="{FF2B5EF4-FFF2-40B4-BE49-F238E27FC236}">
                <a16:creationId xmlns:a16="http://schemas.microsoft.com/office/drawing/2014/main" id="{A8389B37-87E8-9940-3ADA-7A45944FB377}"/>
              </a:ext>
            </a:extLst>
          </p:cNvPr>
          <p:cNvSpPr>
            <a:spLocks noGrp="1"/>
          </p:cNvSpPr>
          <p:nvPr>
            <p:ph idx="1"/>
          </p:nvPr>
        </p:nvSpPr>
        <p:spPr>
          <a:xfrm>
            <a:off x="381000" y="1118795"/>
            <a:ext cx="8570912" cy="4362843"/>
          </a:xfrm>
        </p:spPr>
        <p:txBody>
          <a:bodyPr/>
          <a:lstStyle/>
          <a:p>
            <a:r>
              <a:rPr lang="en-CA" b="1" dirty="0"/>
              <a:t>∆</a:t>
            </a:r>
            <a:r>
              <a:rPr lang="el-GR" b="1" dirty="0"/>
              <a:t>θ</a:t>
            </a:r>
            <a:r>
              <a:rPr lang="en-CA" b="1" dirty="0"/>
              <a:t> is the instantaneous synchronization error</a:t>
            </a:r>
          </a:p>
          <a:p>
            <a:r>
              <a:rPr lang="en-CA" b="1" dirty="0"/>
              <a:t>Under normal synchronized operation, ∆</a:t>
            </a:r>
            <a:r>
              <a:rPr lang="el-GR" b="1" dirty="0"/>
              <a:t>θ</a:t>
            </a:r>
            <a:r>
              <a:rPr lang="en-CA" b="1" dirty="0"/>
              <a:t> = 0</a:t>
            </a:r>
          </a:p>
          <a:p>
            <a:r>
              <a:rPr lang="en-CA" b="1" dirty="0"/>
              <a:t>But during fault, the PLL may not be able to recover that angle.</a:t>
            </a:r>
          </a:p>
        </p:txBody>
      </p:sp>
      <p:sp>
        <p:nvSpPr>
          <p:cNvPr id="4" name="Slide Number Placeholder 3">
            <a:extLst>
              <a:ext uri="{FF2B5EF4-FFF2-40B4-BE49-F238E27FC236}">
                <a16:creationId xmlns:a16="http://schemas.microsoft.com/office/drawing/2014/main" id="{EDCA1724-B26C-1AC3-13B5-BDD12D2CF18E}"/>
              </a:ext>
            </a:extLst>
          </p:cNvPr>
          <p:cNvSpPr>
            <a:spLocks noGrp="1"/>
          </p:cNvSpPr>
          <p:nvPr>
            <p:ph type="sldNum" sz="quarter" idx="12"/>
          </p:nvPr>
        </p:nvSpPr>
        <p:spPr/>
        <p:txBody>
          <a:bodyPr/>
          <a:lstStyle/>
          <a:p>
            <a:fld id="{1BD90C89-BB05-D647-8C9B-C2376028CB3D}" type="slidenum">
              <a:rPr lang="en-CA" smtClean="0"/>
              <a:t>18</a:t>
            </a:fld>
            <a:endParaRPr lang="en-CA"/>
          </a:p>
        </p:txBody>
      </p:sp>
      <p:pic>
        <p:nvPicPr>
          <p:cNvPr id="6" name="Picture 5">
            <a:extLst>
              <a:ext uri="{FF2B5EF4-FFF2-40B4-BE49-F238E27FC236}">
                <a16:creationId xmlns:a16="http://schemas.microsoft.com/office/drawing/2014/main" id="{DC8A41C9-0527-E472-34BF-3F5CE8614348}"/>
              </a:ext>
            </a:extLst>
          </p:cNvPr>
          <p:cNvPicPr>
            <a:picLocks noChangeAspect="1"/>
          </p:cNvPicPr>
          <p:nvPr/>
        </p:nvPicPr>
        <p:blipFill>
          <a:blip r:embed="rId3"/>
          <a:stretch>
            <a:fillRect/>
          </a:stretch>
        </p:blipFill>
        <p:spPr>
          <a:xfrm>
            <a:off x="4550614" y="999034"/>
            <a:ext cx="2187130" cy="472481"/>
          </a:xfrm>
          <a:prstGeom prst="rect">
            <a:avLst/>
          </a:prstGeom>
        </p:spPr>
      </p:pic>
      <p:pic>
        <p:nvPicPr>
          <p:cNvPr id="10" name="Picture 9">
            <a:extLst>
              <a:ext uri="{FF2B5EF4-FFF2-40B4-BE49-F238E27FC236}">
                <a16:creationId xmlns:a16="http://schemas.microsoft.com/office/drawing/2014/main" id="{EADB1DB7-3384-E9DB-66CD-E69A1631F05D}"/>
              </a:ext>
            </a:extLst>
          </p:cNvPr>
          <p:cNvPicPr>
            <a:picLocks noChangeAspect="1"/>
          </p:cNvPicPr>
          <p:nvPr/>
        </p:nvPicPr>
        <p:blipFill>
          <a:blip r:embed="rId4"/>
          <a:stretch>
            <a:fillRect/>
          </a:stretch>
        </p:blipFill>
        <p:spPr>
          <a:xfrm>
            <a:off x="545752" y="2548699"/>
            <a:ext cx="3045858" cy="605138"/>
          </a:xfrm>
          <a:prstGeom prst="rect">
            <a:avLst/>
          </a:prstGeom>
        </p:spPr>
      </p:pic>
      <p:pic>
        <p:nvPicPr>
          <p:cNvPr id="12" name="Picture 11">
            <a:extLst>
              <a:ext uri="{FF2B5EF4-FFF2-40B4-BE49-F238E27FC236}">
                <a16:creationId xmlns:a16="http://schemas.microsoft.com/office/drawing/2014/main" id="{27BB9DD3-8A6D-0A18-C820-40185EA0DA8D}"/>
              </a:ext>
            </a:extLst>
          </p:cNvPr>
          <p:cNvPicPr>
            <a:picLocks noChangeAspect="1"/>
          </p:cNvPicPr>
          <p:nvPr/>
        </p:nvPicPr>
        <p:blipFill>
          <a:blip r:embed="rId5"/>
          <a:stretch>
            <a:fillRect/>
          </a:stretch>
        </p:blipFill>
        <p:spPr>
          <a:xfrm>
            <a:off x="459096" y="3249393"/>
            <a:ext cx="2796782" cy="853514"/>
          </a:xfrm>
          <a:prstGeom prst="rect">
            <a:avLst/>
          </a:prstGeom>
        </p:spPr>
      </p:pic>
      <p:pic>
        <p:nvPicPr>
          <p:cNvPr id="14" name="Picture 13">
            <a:extLst>
              <a:ext uri="{FF2B5EF4-FFF2-40B4-BE49-F238E27FC236}">
                <a16:creationId xmlns:a16="http://schemas.microsoft.com/office/drawing/2014/main" id="{78B0292B-AA6B-52A1-4C27-706422B30938}"/>
              </a:ext>
            </a:extLst>
          </p:cNvPr>
          <p:cNvPicPr>
            <a:picLocks noChangeAspect="1"/>
          </p:cNvPicPr>
          <p:nvPr/>
        </p:nvPicPr>
        <p:blipFill>
          <a:blip r:embed="rId6"/>
          <a:stretch>
            <a:fillRect/>
          </a:stretch>
        </p:blipFill>
        <p:spPr>
          <a:xfrm>
            <a:off x="3959766" y="2460357"/>
            <a:ext cx="3863675" cy="693480"/>
          </a:xfrm>
          <a:prstGeom prst="rect">
            <a:avLst/>
          </a:prstGeom>
        </p:spPr>
      </p:pic>
    </p:spTree>
    <p:extLst>
      <p:ext uri="{BB962C8B-B14F-4D97-AF65-F5344CB8AC3E}">
        <p14:creationId xmlns:p14="http://schemas.microsoft.com/office/powerpoint/2010/main" val="3177413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3AD4E-EDD4-50BA-19CE-46E93085702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7DC429F-8A06-ADB6-9737-C432EE97A975}"/>
              </a:ext>
            </a:extLst>
          </p:cNvPr>
          <p:cNvSpPr>
            <a:spLocks noGrp="1"/>
          </p:cNvSpPr>
          <p:nvPr>
            <p:ph type="sldNum" sz="quarter" idx="12"/>
          </p:nvPr>
        </p:nvSpPr>
        <p:spPr/>
        <p:txBody>
          <a:bodyPr/>
          <a:lstStyle/>
          <a:p>
            <a:fld id="{E4ECB127-6B1D-4440-BB59-CB7FB51359B3}" type="slidenum">
              <a:rPr lang="en-CA" smtClean="0"/>
              <a:pPr/>
              <a:t>19</a:t>
            </a:fld>
            <a:endParaRPr lang="en-CA"/>
          </a:p>
        </p:txBody>
      </p:sp>
      <p:sp>
        <p:nvSpPr>
          <p:cNvPr id="2" name="Title 1">
            <a:extLst>
              <a:ext uri="{FF2B5EF4-FFF2-40B4-BE49-F238E27FC236}">
                <a16:creationId xmlns:a16="http://schemas.microsoft.com/office/drawing/2014/main" id="{8D207324-F06E-38BB-F22A-CBA939B145AB}"/>
              </a:ext>
            </a:extLst>
          </p:cNvPr>
          <p:cNvSpPr>
            <a:spLocks noGrp="1"/>
          </p:cNvSpPr>
          <p:nvPr>
            <p:ph type="title"/>
          </p:nvPr>
        </p:nvSpPr>
        <p:spPr/>
        <p:txBody>
          <a:bodyPr>
            <a:noAutofit/>
          </a:bodyPr>
          <a:lstStyle/>
          <a:p>
            <a:r>
              <a:rPr lang="en-CA" dirty="0"/>
              <a:t>Q-Priority Current-Limiting Equations</a:t>
            </a:r>
          </a:p>
        </p:txBody>
      </p:sp>
      <p:sp>
        <p:nvSpPr>
          <p:cNvPr id="6" name="Text Placeholder 5">
            <a:extLst>
              <a:ext uri="{FF2B5EF4-FFF2-40B4-BE49-F238E27FC236}">
                <a16:creationId xmlns:a16="http://schemas.microsoft.com/office/drawing/2014/main" id="{3B9320F7-E450-FB72-F696-1D73CDA38175}"/>
              </a:ext>
            </a:extLst>
          </p:cNvPr>
          <p:cNvSpPr>
            <a:spLocks noGrp="1"/>
          </p:cNvSpPr>
          <p:nvPr>
            <p:ph type="body" idx="1"/>
          </p:nvPr>
        </p:nvSpPr>
        <p:spPr/>
        <p:txBody>
          <a:bodyPr>
            <a:noAutofit/>
          </a:bodyPr>
          <a:lstStyle/>
          <a:p>
            <a:r>
              <a:rPr lang="en-CA" dirty="0">
                <a:solidFill>
                  <a:schemeClr val="accent5"/>
                </a:solidFill>
              </a:rPr>
              <a:t>Scaling Coefficient Method</a:t>
            </a:r>
          </a:p>
        </p:txBody>
      </p:sp>
      <p:sp>
        <p:nvSpPr>
          <p:cNvPr id="4" name="Text Placeholder 3">
            <a:extLst>
              <a:ext uri="{FF2B5EF4-FFF2-40B4-BE49-F238E27FC236}">
                <a16:creationId xmlns:a16="http://schemas.microsoft.com/office/drawing/2014/main" id="{0FAFCCB0-865F-6E9B-43DE-5C888D609619}"/>
              </a:ext>
            </a:extLst>
          </p:cNvPr>
          <p:cNvSpPr>
            <a:spLocks noGrp="1"/>
          </p:cNvSpPr>
          <p:nvPr>
            <p:ph type="body" sz="quarter" idx="3"/>
          </p:nvPr>
        </p:nvSpPr>
        <p:spPr/>
        <p:txBody>
          <a:bodyPr>
            <a:noAutofit/>
          </a:bodyPr>
          <a:lstStyle/>
          <a:p>
            <a:r>
              <a:rPr lang="en-CA" dirty="0">
                <a:solidFill>
                  <a:schemeClr val="accent5"/>
                </a:solidFill>
              </a:rPr>
              <a:t>Q-Priority Current-Limiting Equations</a:t>
            </a:r>
          </a:p>
        </p:txBody>
      </p:sp>
      <p:pic>
        <p:nvPicPr>
          <p:cNvPr id="11" name="Picture 10">
            <a:extLst>
              <a:ext uri="{FF2B5EF4-FFF2-40B4-BE49-F238E27FC236}">
                <a16:creationId xmlns:a16="http://schemas.microsoft.com/office/drawing/2014/main" id="{B924E154-4449-5F76-40CC-94141D10BF79}"/>
              </a:ext>
            </a:extLst>
          </p:cNvPr>
          <p:cNvPicPr>
            <a:picLocks noChangeAspect="1"/>
          </p:cNvPicPr>
          <p:nvPr/>
        </p:nvPicPr>
        <p:blipFill>
          <a:blip r:embed="rId3"/>
          <a:stretch>
            <a:fillRect/>
          </a:stretch>
        </p:blipFill>
        <p:spPr>
          <a:xfrm>
            <a:off x="381001" y="1982082"/>
            <a:ext cx="2227362" cy="613201"/>
          </a:xfrm>
          <a:prstGeom prst="rect">
            <a:avLst/>
          </a:prstGeom>
        </p:spPr>
      </p:pic>
      <p:pic>
        <p:nvPicPr>
          <p:cNvPr id="13" name="Picture 12">
            <a:extLst>
              <a:ext uri="{FF2B5EF4-FFF2-40B4-BE49-F238E27FC236}">
                <a16:creationId xmlns:a16="http://schemas.microsoft.com/office/drawing/2014/main" id="{C7C04EAE-6E97-3897-83FC-F31505B6D349}"/>
              </a:ext>
            </a:extLst>
          </p:cNvPr>
          <p:cNvPicPr>
            <a:picLocks noChangeAspect="1"/>
          </p:cNvPicPr>
          <p:nvPr/>
        </p:nvPicPr>
        <p:blipFill>
          <a:blip r:embed="rId4"/>
          <a:stretch>
            <a:fillRect/>
          </a:stretch>
        </p:blipFill>
        <p:spPr>
          <a:xfrm>
            <a:off x="381001" y="2790211"/>
            <a:ext cx="4115157" cy="2065199"/>
          </a:xfrm>
          <a:prstGeom prst="rect">
            <a:avLst/>
          </a:prstGeom>
        </p:spPr>
      </p:pic>
      <p:pic>
        <p:nvPicPr>
          <p:cNvPr id="17" name="Picture 16">
            <a:extLst>
              <a:ext uri="{FF2B5EF4-FFF2-40B4-BE49-F238E27FC236}">
                <a16:creationId xmlns:a16="http://schemas.microsoft.com/office/drawing/2014/main" id="{94F9F904-9785-8345-A8FB-6379B6AE193B}"/>
              </a:ext>
            </a:extLst>
          </p:cNvPr>
          <p:cNvPicPr>
            <a:picLocks noChangeAspect="1"/>
          </p:cNvPicPr>
          <p:nvPr/>
        </p:nvPicPr>
        <p:blipFill>
          <a:blip r:embed="rId5"/>
          <a:stretch>
            <a:fillRect/>
          </a:stretch>
        </p:blipFill>
        <p:spPr>
          <a:xfrm>
            <a:off x="6096000" y="2020018"/>
            <a:ext cx="3263459" cy="1956194"/>
          </a:xfrm>
          <a:prstGeom prst="rect">
            <a:avLst/>
          </a:prstGeom>
        </p:spPr>
      </p:pic>
      <p:pic>
        <p:nvPicPr>
          <p:cNvPr id="19" name="Picture 18">
            <a:extLst>
              <a:ext uri="{FF2B5EF4-FFF2-40B4-BE49-F238E27FC236}">
                <a16:creationId xmlns:a16="http://schemas.microsoft.com/office/drawing/2014/main" id="{6A867C09-DDE2-C8F9-18B6-E799998B8B51}"/>
              </a:ext>
            </a:extLst>
          </p:cNvPr>
          <p:cNvPicPr>
            <a:picLocks noChangeAspect="1"/>
          </p:cNvPicPr>
          <p:nvPr/>
        </p:nvPicPr>
        <p:blipFill>
          <a:blip r:embed="rId6"/>
          <a:stretch>
            <a:fillRect/>
          </a:stretch>
        </p:blipFill>
        <p:spPr>
          <a:xfrm>
            <a:off x="6096000" y="4184791"/>
            <a:ext cx="3037242" cy="1484873"/>
          </a:xfrm>
          <a:prstGeom prst="rect">
            <a:avLst/>
          </a:prstGeom>
        </p:spPr>
      </p:pic>
    </p:spTree>
    <p:extLst>
      <p:ext uri="{BB962C8B-B14F-4D97-AF65-F5344CB8AC3E}">
        <p14:creationId xmlns:p14="http://schemas.microsoft.com/office/powerpoint/2010/main" val="4085335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7B32A-4E0C-9D3A-1E5A-2CA9ABD907B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EDC943-F3D6-0C10-D919-A02314AC404E}"/>
              </a:ext>
            </a:extLst>
          </p:cNvPr>
          <p:cNvSpPr>
            <a:spLocks noGrp="1"/>
          </p:cNvSpPr>
          <p:nvPr>
            <p:ph type="sldNum" sz="quarter" idx="12"/>
          </p:nvPr>
        </p:nvSpPr>
        <p:spPr/>
        <p:txBody>
          <a:bodyPr/>
          <a:lstStyle/>
          <a:p>
            <a:fld id="{E4ECB127-6B1D-4440-BB59-CB7FB51359B3}" type="slidenum">
              <a:rPr lang="en-CA" smtClean="0"/>
              <a:pPr/>
              <a:t>20</a:t>
            </a:fld>
            <a:endParaRPr lang="en-CA"/>
          </a:p>
        </p:txBody>
      </p:sp>
      <p:sp>
        <p:nvSpPr>
          <p:cNvPr id="2" name="Title 1">
            <a:extLst>
              <a:ext uri="{FF2B5EF4-FFF2-40B4-BE49-F238E27FC236}">
                <a16:creationId xmlns:a16="http://schemas.microsoft.com/office/drawing/2014/main" id="{CD6AC3BE-5350-E02B-6891-9A57B572B55E}"/>
              </a:ext>
            </a:extLst>
          </p:cNvPr>
          <p:cNvSpPr>
            <a:spLocks noGrp="1"/>
          </p:cNvSpPr>
          <p:nvPr>
            <p:ph type="title"/>
          </p:nvPr>
        </p:nvSpPr>
        <p:spPr/>
        <p:txBody>
          <a:bodyPr>
            <a:noAutofit/>
          </a:bodyPr>
          <a:lstStyle/>
          <a:p>
            <a:r>
              <a:rPr lang="en-CA" dirty="0"/>
              <a:t>Difference Between Imax and </a:t>
            </a:r>
            <a:r>
              <a:rPr lang="en-CA" dirty="0" err="1"/>
              <a:t>Vfreeze</a:t>
            </a:r>
            <a:endParaRPr lang="en-CA" dirty="0"/>
          </a:p>
        </p:txBody>
      </p:sp>
      <p:sp>
        <p:nvSpPr>
          <p:cNvPr id="6" name="Text Placeholder 5">
            <a:extLst>
              <a:ext uri="{FF2B5EF4-FFF2-40B4-BE49-F238E27FC236}">
                <a16:creationId xmlns:a16="http://schemas.microsoft.com/office/drawing/2014/main" id="{030A987E-1FDB-3185-C82D-63D4FC0F67B3}"/>
              </a:ext>
            </a:extLst>
          </p:cNvPr>
          <p:cNvSpPr>
            <a:spLocks noGrp="1"/>
          </p:cNvSpPr>
          <p:nvPr>
            <p:ph type="body" idx="1"/>
          </p:nvPr>
        </p:nvSpPr>
        <p:spPr/>
        <p:txBody>
          <a:bodyPr>
            <a:noAutofit/>
          </a:bodyPr>
          <a:lstStyle/>
          <a:p>
            <a:r>
              <a:rPr lang="en-CA" dirty="0">
                <a:solidFill>
                  <a:schemeClr val="accent5"/>
                </a:solidFill>
              </a:rPr>
              <a:t>Imax</a:t>
            </a:r>
          </a:p>
        </p:txBody>
      </p:sp>
      <p:sp>
        <p:nvSpPr>
          <p:cNvPr id="7" name="Content Placeholder 6">
            <a:extLst>
              <a:ext uri="{FF2B5EF4-FFF2-40B4-BE49-F238E27FC236}">
                <a16:creationId xmlns:a16="http://schemas.microsoft.com/office/drawing/2014/main" id="{382E1F7E-52F3-A3B8-96AF-8E231749BA43}"/>
              </a:ext>
            </a:extLst>
          </p:cNvPr>
          <p:cNvSpPr>
            <a:spLocks noGrp="1"/>
          </p:cNvSpPr>
          <p:nvPr>
            <p:ph sz="half" idx="2"/>
          </p:nvPr>
        </p:nvSpPr>
        <p:spPr/>
        <p:txBody>
          <a:bodyPr>
            <a:noAutofit/>
          </a:bodyPr>
          <a:lstStyle/>
          <a:p>
            <a:r>
              <a:rPr lang="en-CA" dirty="0"/>
              <a:t>Inverter cannot increase its current indefinitely</a:t>
            </a:r>
          </a:p>
          <a:p>
            <a:r>
              <a:rPr lang="en-CA" dirty="0"/>
              <a:t>Limit on how much current the inverter can output</a:t>
            </a:r>
          </a:p>
          <a:p>
            <a:r>
              <a:rPr lang="en-CA" dirty="0"/>
              <a:t>Diminish the power output of the inverter to match the current limit.</a:t>
            </a:r>
          </a:p>
          <a:p>
            <a:r>
              <a:rPr lang="en-CA" dirty="0"/>
              <a:t>Effect can be seen on the current vs voltage graph.</a:t>
            </a:r>
          </a:p>
          <a:p>
            <a:pPr lvl="1"/>
            <a:r>
              <a:rPr lang="en-CA" dirty="0"/>
              <a:t>When the current reaches Imax it plateaus</a:t>
            </a:r>
          </a:p>
          <a:p>
            <a:endParaRPr lang="en-CA" dirty="0"/>
          </a:p>
          <a:p>
            <a:pPr marL="0" indent="0">
              <a:buNone/>
            </a:pPr>
            <a:endParaRPr lang="en-CA" dirty="0"/>
          </a:p>
        </p:txBody>
      </p:sp>
      <p:sp>
        <p:nvSpPr>
          <p:cNvPr id="4" name="Text Placeholder 3">
            <a:extLst>
              <a:ext uri="{FF2B5EF4-FFF2-40B4-BE49-F238E27FC236}">
                <a16:creationId xmlns:a16="http://schemas.microsoft.com/office/drawing/2014/main" id="{4549F6B0-7DE9-FEC5-5D0D-CDA998C4D88A}"/>
              </a:ext>
            </a:extLst>
          </p:cNvPr>
          <p:cNvSpPr>
            <a:spLocks noGrp="1"/>
          </p:cNvSpPr>
          <p:nvPr>
            <p:ph type="body" sz="quarter" idx="3"/>
          </p:nvPr>
        </p:nvSpPr>
        <p:spPr/>
        <p:txBody>
          <a:bodyPr>
            <a:noAutofit/>
          </a:bodyPr>
          <a:lstStyle/>
          <a:p>
            <a:r>
              <a:rPr lang="en-CA" dirty="0" err="1">
                <a:solidFill>
                  <a:schemeClr val="accent5"/>
                </a:solidFill>
              </a:rPr>
              <a:t>Vfreeze</a:t>
            </a:r>
            <a:endParaRPr lang="en-CA" dirty="0">
              <a:solidFill>
                <a:schemeClr val="accent5"/>
              </a:solidFill>
            </a:endParaRPr>
          </a:p>
        </p:txBody>
      </p:sp>
      <p:sp>
        <p:nvSpPr>
          <p:cNvPr id="5" name="Content Placeholder 4">
            <a:extLst>
              <a:ext uri="{FF2B5EF4-FFF2-40B4-BE49-F238E27FC236}">
                <a16:creationId xmlns:a16="http://schemas.microsoft.com/office/drawing/2014/main" id="{8D8B80B7-A0BE-E8A9-0CAA-0A988F9B1D1E}"/>
              </a:ext>
            </a:extLst>
          </p:cNvPr>
          <p:cNvSpPr>
            <a:spLocks noGrp="1"/>
          </p:cNvSpPr>
          <p:nvPr>
            <p:ph sz="quarter" idx="4"/>
          </p:nvPr>
        </p:nvSpPr>
        <p:spPr>
          <a:xfrm>
            <a:off x="6096000" y="2163985"/>
            <a:ext cx="5003800" cy="4065830"/>
          </a:xfrm>
        </p:spPr>
        <p:txBody>
          <a:bodyPr>
            <a:noAutofit/>
          </a:bodyPr>
          <a:lstStyle/>
          <a:p>
            <a:r>
              <a:rPr lang="en-CA" dirty="0"/>
              <a:t>Threshold at which the inverter stops following its reference values.</a:t>
            </a:r>
          </a:p>
          <a:p>
            <a:r>
              <a:rPr lang="en-CA" dirty="0"/>
              <a:t>The PI-integrator states stop updating normally and is stuck on its previous value.</a:t>
            </a:r>
          </a:p>
          <a:p>
            <a:r>
              <a:rPr lang="en-CA" dirty="0"/>
              <a:t>The post-fault response depends on the values of V, P, Q, and controller state before the threshold was crossed.</a:t>
            </a:r>
          </a:p>
          <a:p>
            <a:r>
              <a:rPr lang="en-CA" dirty="0"/>
              <a:t>Effect can be seen on P, Q and I graph</a:t>
            </a:r>
          </a:p>
          <a:p>
            <a:pPr lvl="1"/>
            <a:r>
              <a:rPr lang="en-CA" dirty="0"/>
              <a:t>When V drops below </a:t>
            </a:r>
            <a:r>
              <a:rPr lang="en-CA" dirty="0" err="1"/>
              <a:t>Vfreeze</a:t>
            </a:r>
            <a:r>
              <a:rPr lang="en-CA" dirty="0"/>
              <a:t>, different pre-fault voltage produce different post-fault current at the same terminal voltage.</a:t>
            </a:r>
          </a:p>
        </p:txBody>
      </p:sp>
    </p:spTree>
    <p:extLst>
      <p:ext uri="{BB962C8B-B14F-4D97-AF65-F5344CB8AC3E}">
        <p14:creationId xmlns:p14="http://schemas.microsoft.com/office/powerpoint/2010/main" val="2319644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1BD0E-683D-0D8A-02B3-CCA1991A66E3}"/>
              </a:ext>
            </a:extLst>
          </p:cNvPr>
          <p:cNvSpPr>
            <a:spLocks noGrp="1"/>
          </p:cNvSpPr>
          <p:nvPr>
            <p:ph type="title"/>
          </p:nvPr>
        </p:nvSpPr>
        <p:spPr/>
        <p:txBody>
          <a:bodyPr/>
          <a:lstStyle/>
          <a:p>
            <a:r>
              <a:rPr lang="en-CA" dirty="0"/>
              <a:t>Why </a:t>
            </a:r>
            <a:r>
              <a:rPr lang="el-GR" dirty="0"/>
              <a:t>α</a:t>
            </a:r>
            <a:r>
              <a:rPr lang="en-CA" dirty="0"/>
              <a:t> = 0.8 and Interpretation of </a:t>
            </a:r>
            <a:r>
              <a:rPr lang="en-CA" dirty="0" err="1"/>
              <a:t>kQ</a:t>
            </a:r>
            <a:endParaRPr lang="en-CA" dirty="0"/>
          </a:p>
        </p:txBody>
      </p:sp>
      <p:sp>
        <p:nvSpPr>
          <p:cNvPr id="3" name="Content Placeholder 2">
            <a:extLst>
              <a:ext uri="{FF2B5EF4-FFF2-40B4-BE49-F238E27FC236}">
                <a16:creationId xmlns:a16="http://schemas.microsoft.com/office/drawing/2014/main" id="{8C6BC7EE-915C-AC71-8218-0233C751E2CA}"/>
              </a:ext>
            </a:extLst>
          </p:cNvPr>
          <p:cNvSpPr>
            <a:spLocks noGrp="1"/>
          </p:cNvSpPr>
          <p:nvPr>
            <p:ph idx="1"/>
          </p:nvPr>
        </p:nvSpPr>
        <p:spPr>
          <a:xfrm>
            <a:off x="381000" y="1592262"/>
            <a:ext cx="10718800" cy="3889376"/>
          </a:xfrm>
        </p:spPr>
        <p:txBody>
          <a:bodyPr/>
          <a:lstStyle/>
          <a:p>
            <a:r>
              <a:rPr lang="el-GR" b="1" dirty="0"/>
              <a:t>α</a:t>
            </a:r>
            <a:r>
              <a:rPr lang="en-CA" b="1" dirty="0"/>
              <a:t> and </a:t>
            </a:r>
            <a:r>
              <a:rPr lang="en-CA" b="1" dirty="0" err="1"/>
              <a:t>kQ</a:t>
            </a:r>
            <a:r>
              <a:rPr lang="en-CA" b="1" dirty="0"/>
              <a:t> should be interpreted as identified empirical coefficients used to modify the shape of the low voltage response</a:t>
            </a:r>
          </a:p>
          <a:p>
            <a:r>
              <a:rPr lang="el-GR" b="1" dirty="0"/>
              <a:t>α</a:t>
            </a:r>
            <a:r>
              <a:rPr lang="en-CA" b="1" dirty="0"/>
              <a:t> =&gt; Modeling on the effect of the pre-fault Pref and </a:t>
            </a:r>
            <a:r>
              <a:rPr lang="en-CA" b="1" dirty="0" err="1"/>
              <a:t>Vprefault</a:t>
            </a:r>
            <a:r>
              <a:rPr lang="en-CA" b="1" dirty="0"/>
              <a:t> on the post-fault P</a:t>
            </a:r>
          </a:p>
          <a:p>
            <a:pPr lvl="1"/>
            <a:r>
              <a:rPr lang="en-CA" b="1" dirty="0"/>
              <a:t>It tries to empirically represent a dynamic reactance between a virtual source and the inverter terminal</a:t>
            </a:r>
          </a:p>
          <a:p>
            <a:endParaRPr lang="en-CA" b="1" dirty="0"/>
          </a:p>
          <a:p>
            <a:endParaRPr lang="en-CA" b="1" dirty="0"/>
          </a:p>
          <a:p>
            <a:r>
              <a:rPr lang="en-CA" b="1" dirty="0" err="1"/>
              <a:t>kQ</a:t>
            </a:r>
            <a:r>
              <a:rPr lang="en-CA" b="1" dirty="0"/>
              <a:t> =&gt; Modeling of the effect of the pre-fault </a:t>
            </a:r>
            <a:r>
              <a:rPr lang="en-CA" b="1" dirty="0" err="1"/>
              <a:t>Qref</a:t>
            </a:r>
            <a:r>
              <a:rPr lang="en-CA" b="1" dirty="0"/>
              <a:t> and </a:t>
            </a:r>
            <a:r>
              <a:rPr lang="en-CA" b="1" dirty="0" err="1"/>
              <a:t>Vprefault</a:t>
            </a:r>
            <a:r>
              <a:rPr lang="en-CA" b="1" dirty="0"/>
              <a:t> on the post-fault Q</a:t>
            </a:r>
          </a:p>
          <a:p>
            <a:pPr lvl="1"/>
            <a:r>
              <a:rPr lang="en-CA" b="1" dirty="0"/>
              <a:t>Act like a virtual source as well</a:t>
            </a:r>
          </a:p>
          <a:p>
            <a:pPr lvl="1"/>
            <a:endParaRPr lang="en-CA" b="1" dirty="0"/>
          </a:p>
        </p:txBody>
      </p:sp>
      <p:sp>
        <p:nvSpPr>
          <p:cNvPr id="4" name="Slide Number Placeholder 3">
            <a:extLst>
              <a:ext uri="{FF2B5EF4-FFF2-40B4-BE49-F238E27FC236}">
                <a16:creationId xmlns:a16="http://schemas.microsoft.com/office/drawing/2014/main" id="{9459CFCD-4BD6-5D5F-4646-42B96BB973E8}"/>
              </a:ext>
            </a:extLst>
          </p:cNvPr>
          <p:cNvSpPr>
            <a:spLocks noGrp="1"/>
          </p:cNvSpPr>
          <p:nvPr>
            <p:ph type="sldNum" sz="quarter" idx="12"/>
          </p:nvPr>
        </p:nvSpPr>
        <p:spPr/>
        <p:txBody>
          <a:bodyPr/>
          <a:lstStyle/>
          <a:p>
            <a:endParaRPr lang="en-CA" dirty="0"/>
          </a:p>
          <a:p>
            <a:endParaRPr lang="en-CA" dirty="0"/>
          </a:p>
        </p:txBody>
      </p:sp>
      <p:pic>
        <p:nvPicPr>
          <p:cNvPr id="6" name="Picture 5">
            <a:extLst>
              <a:ext uri="{FF2B5EF4-FFF2-40B4-BE49-F238E27FC236}">
                <a16:creationId xmlns:a16="http://schemas.microsoft.com/office/drawing/2014/main" id="{9D298B3C-A4EC-0079-CE3C-F837E92EE3E2}"/>
              </a:ext>
            </a:extLst>
          </p:cNvPr>
          <p:cNvPicPr>
            <a:picLocks noChangeAspect="1"/>
          </p:cNvPicPr>
          <p:nvPr/>
        </p:nvPicPr>
        <p:blipFill>
          <a:blip r:embed="rId2"/>
          <a:stretch>
            <a:fillRect/>
          </a:stretch>
        </p:blipFill>
        <p:spPr>
          <a:xfrm>
            <a:off x="1932481" y="2699343"/>
            <a:ext cx="2155424" cy="729657"/>
          </a:xfrm>
          <a:prstGeom prst="rect">
            <a:avLst/>
          </a:prstGeom>
        </p:spPr>
      </p:pic>
      <p:pic>
        <p:nvPicPr>
          <p:cNvPr id="8" name="Picture 7">
            <a:extLst>
              <a:ext uri="{FF2B5EF4-FFF2-40B4-BE49-F238E27FC236}">
                <a16:creationId xmlns:a16="http://schemas.microsoft.com/office/drawing/2014/main" id="{F17E6566-30B5-5263-6736-BA0B362AE6B9}"/>
              </a:ext>
            </a:extLst>
          </p:cNvPr>
          <p:cNvPicPr>
            <a:picLocks noChangeAspect="1"/>
          </p:cNvPicPr>
          <p:nvPr/>
        </p:nvPicPr>
        <p:blipFill>
          <a:blip r:embed="rId3"/>
          <a:stretch>
            <a:fillRect/>
          </a:stretch>
        </p:blipFill>
        <p:spPr>
          <a:xfrm>
            <a:off x="7751515" y="3695533"/>
            <a:ext cx="4059484" cy="863720"/>
          </a:xfrm>
          <a:prstGeom prst="rect">
            <a:avLst/>
          </a:prstGeom>
        </p:spPr>
      </p:pic>
      <p:pic>
        <p:nvPicPr>
          <p:cNvPr id="10" name="Picture 9">
            <a:extLst>
              <a:ext uri="{FF2B5EF4-FFF2-40B4-BE49-F238E27FC236}">
                <a16:creationId xmlns:a16="http://schemas.microsoft.com/office/drawing/2014/main" id="{3CB04439-F9FB-223F-89C2-62FC602BD7A7}"/>
              </a:ext>
            </a:extLst>
          </p:cNvPr>
          <p:cNvPicPr>
            <a:picLocks noChangeAspect="1"/>
          </p:cNvPicPr>
          <p:nvPr/>
        </p:nvPicPr>
        <p:blipFill>
          <a:blip r:embed="rId4"/>
          <a:stretch>
            <a:fillRect/>
          </a:stretch>
        </p:blipFill>
        <p:spPr>
          <a:xfrm>
            <a:off x="4794857" y="4875570"/>
            <a:ext cx="7170698" cy="1745835"/>
          </a:xfrm>
          <a:prstGeom prst="rect">
            <a:avLst/>
          </a:prstGeom>
        </p:spPr>
      </p:pic>
    </p:spTree>
    <p:extLst>
      <p:ext uri="{BB962C8B-B14F-4D97-AF65-F5344CB8AC3E}">
        <p14:creationId xmlns:p14="http://schemas.microsoft.com/office/powerpoint/2010/main" val="1425828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25B7A-4315-3AFF-8686-5E18C266AFA3}"/>
              </a:ext>
            </a:extLst>
          </p:cNvPr>
          <p:cNvSpPr>
            <a:spLocks noGrp="1"/>
          </p:cNvSpPr>
          <p:nvPr>
            <p:ph type="title"/>
          </p:nvPr>
        </p:nvSpPr>
        <p:spPr>
          <a:xfrm>
            <a:off x="381001" y="441325"/>
            <a:ext cx="8732854" cy="989849"/>
          </a:xfrm>
        </p:spPr>
        <p:txBody>
          <a:bodyPr/>
          <a:lstStyle/>
          <a:p>
            <a:r>
              <a:rPr lang="en-CA" dirty="0"/>
              <a:t>Why the phase RMSE is much worse near low voltage</a:t>
            </a:r>
          </a:p>
        </p:txBody>
      </p:sp>
      <p:sp>
        <p:nvSpPr>
          <p:cNvPr id="3" name="Content Placeholder 2">
            <a:extLst>
              <a:ext uri="{FF2B5EF4-FFF2-40B4-BE49-F238E27FC236}">
                <a16:creationId xmlns:a16="http://schemas.microsoft.com/office/drawing/2014/main" id="{083C02E8-53A9-9F6B-05F8-F8E0F312D444}"/>
              </a:ext>
            </a:extLst>
          </p:cNvPr>
          <p:cNvSpPr>
            <a:spLocks noGrp="1"/>
          </p:cNvSpPr>
          <p:nvPr>
            <p:ph idx="1"/>
          </p:nvPr>
        </p:nvSpPr>
        <p:spPr/>
        <p:txBody>
          <a:bodyPr/>
          <a:lstStyle/>
          <a:p>
            <a:r>
              <a:rPr lang="en-CA" b="1" dirty="0"/>
              <a:t>At low voltage a small change of </a:t>
            </a:r>
            <a:r>
              <a:rPr lang="en-CA" b="1" dirty="0" err="1"/>
              <a:t>Vq</a:t>
            </a:r>
            <a:r>
              <a:rPr lang="en-CA" b="1" dirty="0"/>
              <a:t> =&gt; big angle change</a:t>
            </a:r>
          </a:p>
          <a:p>
            <a:pPr lvl="1"/>
            <a:r>
              <a:rPr lang="en-CA" dirty="0"/>
              <a:t>When V = 0, inverter PLL still has to reference an angle =&gt; Problem</a:t>
            </a:r>
          </a:p>
          <a:p>
            <a:r>
              <a:rPr lang="en-CA" b="1" dirty="0"/>
              <a:t>Small voltage phasor = poor reference for PLL</a:t>
            </a:r>
          </a:p>
          <a:p>
            <a:pPr lvl="1"/>
            <a:r>
              <a:rPr lang="en-CA" dirty="0"/>
              <a:t>PLL start to depend on the current synchronization step or controller states to determine the </a:t>
            </a:r>
            <a:endParaRPr lang="en-CA" b="1" dirty="0"/>
          </a:p>
          <a:p>
            <a:r>
              <a:rPr lang="en-CA" b="1" dirty="0"/>
              <a:t>Evidence in the results because in low voltage</a:t>
            </a:r>
          </a:p>
          <a:p>
            <a:pPr lvl="1"/>
            <a:r>
              <a:rPr lang="en-CA" dirty="0" err="1"/>
              <a:t>Pcalc</a:t>
            </a:r>
            <a:r>
              <a:rPr lang="en-CA" dirty="0"/>
              <a:t>, Qcalc are inaccurate.</a:t>
            </a:r>
          </a:p>
          <a:p>
            <a:pPr lvl="1"/>
            <a:r>
              <a:rPr lang="en-CA" dirty="0" err="1"/>
              <a:t>Icalc</a:t>
            </a:r>
            <a:r>
              <a:rPr lang="en-CA" dirty="0"/>
              <a:t> magnitude is accurate.</a:t>
            </a:r>
          </a:p>
          <a:p>
            <a:pPr lvl="1"/>
            <a:r>
              <a:rPr lang="en-CA" dirty="0" err="1"/>
              <a:t>Icalc</a:t>
            </a:r>
            <a:r>
              <a:rPr lang="en-CA" dirty="0"/>
              <a:t> phase is inaccurate.</a:t>
            </a:r>
          </a:p>
          <a:p>
            <a:endParaRPr lang="en-CA" b="1" dirty="0"/>
          </a:p>
          <a:p>
            <a:endParaRPr lang="en-CA" b="1" dirty="0"/>
          </a:p>
          <a:p>
            <a:endParaRPr lang="en-CA" b="1" dirty="0"/>
          </a:p>
          <a:p>
            <a:endParaRPr lang="en-CA" b="1" dirty="0"/>
          </a:p>
        </p:txBody>
      </p:sp>
      <p:sp>
        <p:nvSpPr>
          <p:cNvPr id="4" name="Slide Number Placeholder 3">
            <a:extLst>
              <a:ext uri="{FF2B5EF4-FFF2-40B4-BE49-F238E27FC236}">
                <a16:creationId xmlns:a16="http://schemas.microsoft.com/office/drawing/2014/main" id="{456EF5EF-C997-6BCE-38A9-F7ACE7FC8A5B}"/>
              </a:ext>
            </a:extLst>
          </p:cNvPr>
          <p:cNvSpPr>
            <a:spLocks noGrp="1"/>
          </p:cNvSpPr>
          <p:nvPr>
            <p:ph type="sldNum" sz="quarter" idx="12"/>
          </p:nvPr>
        </p:nvSpPr>
        <p:spPr/>
        <p:txBody>
          <a:bodyPr/>
          <a:lstStyle/>
          <a:p>
            <a:fld id="{1BD90C89-BB05-D647-8C9B-C2376028CB3D}" type="slidenum">
              <a:rPr lang="en-CA" smtClean="0"/>
              <a:t>22</a:t>
            </a:fld>
            <a:endParaRPr lang="en-CA"/>
          </a:p>
        </p:txBody>
      </p:sp>
    </p:spTree>
    <p:extLst>
      <p:ext uri="{BB962C8B-B14F-4D97-AF65-F5344CB8AC3E}">
        <p14:creationId xmlns:p14="http://schemas.microsoft.com/office/powerpoint/2010/main" val="1331434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ADB9C-1F55-ABA2-434F-66DDB2BEF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F2774-FC53-0962-27CA-AB97F81C20A0}"/>
              </a:ext>
            </a:extLst>
          </p:cNvPr>
          <p:cNvSpPr>
            <a:spLocks noGrp="1"/>
          </p:cNvSpPr>
          <p:nvPr>
            <p:ph type="title"/>
          </p:nvPr>
        </p:nvSpPr>
        <p:spPr/>
        <p:txBody>
          <a:bodyPr/>
          <a:lstStyle/>
          <a:p>
            <a:r>
              <a:rPr lang="en-CA" dirty="0"/>
              <a:t>3-bus pre- and post-fault graphical comparison</a:t>
            </a:r>
          </a:p>
        </p:txBody>
      </p:sp>
      <p:sp>
        <p:nvSpPr>
          <p:cNvPr id="4" name="Slide Number Placeholder 3">
            <a:extLst>
              <a:ext uri="{FF2B5EF4-FFF2-40B4-BE49-F238E27FC236}">
                <a16:creationId xmlns:a16="http://schemas.microsoft.com/office/drawing/2014/main" id="{67D88F80-E536-4818-3054-B4F44AFD3D9A}"/>
              </a:ext>
            </a:extLst>
          </p:cNvPr>
          <p:cNvSpPr>
            <a:spLocks noGrp="1"/>
          </p:cNvSpPr>
          <p:nvPr>
            <p:ph type="sldNum" sz="quarter" idx="12"/>
          </p:nvPr>
        </p:nvSpPr>
        <p:spPr/>
        <p:txBody>
          <a:bodyPr/>
          <a:lstStyle/>
          <a:p>
            <a:fld id="{1BD90C89-BB05-D647-8C9B-C2376028CB3D}" type="slidenum">
              <a:rPr lang="en-CA" smtClean="0"/>
              <a:t>23</a:t>
            </a:fld>
            <a:endParaRPr lang="en-CA"/>
          </a:p>
        </p:txBody>
      </p:sp>
      <p:pic>
        <p:nvPicPr>
          <p:cNvPr id="7" name="Picture 6">
            <a:extLst>
              <a:ext uri="{FF2B5EF4-FFF2-40B4-BE49-F238E27FC236}">
                <a16:creationId xmlns:a16="http://schemas.microsoft.com/office/drawing/2014/main" id="{FB769999-530F-9FE3-03E8-394AE45FDB24}"/>
              </a:ext>
            </a:extLst>
          </p:cNvPr>
          <p:cNvPicPr>
            <a:picLocks noChangeAspect="1"/>
          </p:cNvPicPr>
          <p:nvPr/>
        </p:nvPicPr>
        <p:blipFill>
          <a:blip r:embed="rId2"/>
          <a:stretch>
            <a:fillRect/>
          </a:stretch>
        </p:blipFill>
        <p:spPr>
          <a:xfrm>
            <a:off x="188387" y="1740120"/>
            <a:ext cx="5811859" cy="3194718"/>
          </a:xfrm>
          <a:prstGeom prst="rect">
            <a:avLst/>
          </a:prstGeom>
        </p:spPr>
      </p:pic>
      <p:pic>
        <p:nvPicPr>
          <p:cNvPr id="9" name="Picture 8">
            <a:extLst>
              <a:ext uri="{FF2B5EF4-FFF2-40B4-BE49-F238E27FC236}">
                <a16:creationId xmlns:a16="http://schemas.microsoft.com/office/drawing/2014/main" id="{5F13A307-EF16-14F7-821C-7BC2F21BB2E7}"/>
              </a:ext>
            </a:extLst>
          </p:cNvPr>
          <p:cNvPicPr>
            <a:picLocks noChangeAspect="1"/>
          </p:cNvPicPr>
          <p:nvPr/>
        </p:nvPicPr>
        <p:blipFill>
          <a:blip r:embed="rId3"/>
          <a:stretch>
            <a:fillRect/>
          </a:stretch>
        </p:blipFill>
        <p:spPr>
          <a:xfrm>
            <a:off x="6000246" y="1740120"/>
            <a:ext cx="5811859" cy="3136462"/>
          </a:xfrm>
          <a:prstGeom prst="rect">
            <a:avLst/>
          </a:prstGeom>
        </p:spPr>
      </p:pic>
    </p:spTree>
    <p:extLst>
      <p:ext uri="{BB962C8B-B14F-4D97-AF65-F5344CB8AC3E}">
        <p14:creationId xmlns:p14="http://schemas.microsoft.com/office/powerpoint/2010/main" val="3502379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9BC5F-893B-5773-A83C-162888F31AF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88A9CC7-EC7C-DFE1-742B-201BF41C0F6F}"/>
              </a:ext>
            </a:extLst>
          </p:cNvPr>
          <p:cNvSpPr>
            <a:spLocks noGrp="1"/>
          </p:cNvSpPr>
          <p:nvPr>
            <p:ph type="title"/>
          </p:nvPr>
        </p:nvSpPr>
        <p:spPr>
          <a:xfrm>
            <a:off x="381001" y="441326"/>
            <a:ext cx="8570912" cy="612924"/>
          </a:xfrm>
        </p:spPr>
        <p:txBody>
          <a:bodyPr>
            <a:noAutofit/>
          </a:bodyPr>
          <a:lstStyle/>
          <a:p>
            <a:r>
              <a:rPr lang="en-CA" dirty="0"/>
              <a:t>4000-bus Solver and Iteration Flow</a:t>
            </a:r>
          </a:p>
        </p:txBody>
      </p:sp>
      <p:sp>
        <p:nvSpPr>
          <p:cNvPr id="4" name="Text Placeholder 3">
            <a:extLst>
              <a:ext uri="{FF2B5EF4-FFF2-40B4-BE49-F238E27FC236}">
                <a16:creationId xmlns:a16="http://schemas.microsoft.com/office/drawing/2014/main" id="{1F076C6D-4F59-4C7A-F7FD-71E2BD70621D}"/>
              </a:ext>
            </a:extLst>
          </p:cNvPr>
          <p:cNvSpPr>
            <a:spLocks noGrp="1"/>
          </p:cNvSpPr>
          <p:nvPr>
            <p:ph type="body" sz="quarter" idx="13"/>
          </p:nvPr>
        </p:nvSpPr>
        <p:spPr>
          <a:xfrm>
            <a:off x="381000" y="1167911"/>
            <a:ext cx="10957560" cy="377144"/>
          </a:xfrm>
        </p:spPr>
        <p:txBody>
          <a:bodyPr>
            <a:noAutofit/>
          </a:bodyPr>
          <a:lstStyle/>
          <a:p>
            <a:r>
              <a:rPr lang="en-CA" dirty="0"/>
              <a:t>Running a 4000-bus power flow solver with my thesis model =&gt; Algorithm Convergence test </a:t>
            </a:r>
          </a:p>
          <a:p>
            <a:endParaRPr lang="en-CA" dirty="0"/>
          </a:p>
          <a:p>
            <a:endParaRPr lang="en-CA" dirty="0"/>
          </a:p>
        </p:txBody>
      </p:sp>
      <p:sp>
        <p:nvSpPr>
          <p:cNvPr id="2" name="Content Placeholder 1">
            <a:extLst>
              <a:ext uri="{FF2B5EF4-FFF2-40B4-BE49-F238E27FC236}">
                <a16:creationId xmlns:a16="http://schemas.microsoft.com/office/drawing/2014/main" id="{6C0DC283-251C-0AC0-472D-64D133945B97}"/>
              </a:ext>
            </a:extLst>
          </p:cNvPr>
          <p:cNvSpPr>
            <a:spLocks noGrp="1"/>
          </p:cNvSpPr>
          <p:nvPr>
            <p:ph idx="1"/>
          </p:nvPr>
        </p:nvSpPr>
        <p:spPr>
          <a:xfrm>
            <a:off x="380999" y="1742739"/>
            <a:ext cx="10957559" cy="4751752"/>
          </a:xfrm>
        </p:spPr>
        <p:txBody>
          <a:bodyPr>
            <a:noAutofit/>
          </a:bodyPr>
          <a:lstStyle/>
          <a:p>
            <a:pPr marL="342900" indent="-342900">
              <a:buFont typeface="+mj-lt"/>
              <a:buAutoNum type="arabicPeriod"/>
            </a:pPr>
            <a:r>
              <a:rPr lang="en-CA" b="1" dirty="0"/>
              <a:t>Create 4000 bus network (80% IBR, 20% SGs, 1 slack)</a:t>
            </a:r>
          </a:p>
          <a:p>
            <a:pPr marL="342900" indent="-342900">
              <a:buFont typeface="+mj-lt"/>
              <a:buAutoNum type="arabicPeriod"/>
            </a:pPr>
            <a:r>
              <a:rPr lang="en-CA" b="1" dirty="0"/>
              <a:t>Construct sparse </a:t>
            </a:r>
            <a:r>
              <a:rPr lang="en-CA" b="1" dirty="0" err="1"/>
              <a:t>Ybus</a:t>
            </a:r>
            <a:endParaRPr lang="en-CA" b="1" dirty="0"/>
          </a:p>
          <a:p>
            <a:pPr marL="342900" indent="-342900">
              <a:buFont typeface="+mj-lt"/>
              <a:buAutoNum type="arabicPeriod"/>
            </a:pPr>
            <a:r>
              <a:rPr lang="en-CA" b="1" dirty="0"/>
              <a:t>Solve Pre-fault AC power flow </a:t>
            </a:r>
          </a:p>
          <a:p>
            <a:pPr marL="688975" lvl="1" indent="-342900">
              <a:buFont typeface="+mj-lt"/>
              <a:buAutoNum type="arabicPeriod"/>
            </a:pPr>
            <a:r>
              <a:rPr lang="en-CA" b="1" dirty="0"/>
              <a:t>Store pre-fault voltages</a:t>
            </a:r>
          </a:p>
          <a:p>
            <a:pPr marL="342900" indent="-342900">
              <a:buFont typeface="+mj-lt"/>
              <a:buAutoNum type="arabicPeriod"/>
            </a:pPr>
            <a:r>
              <a:rPr lang="en-CA" b="1" dirty="0"/>
              <a:t>Apply fault to </a:t>
            </a:r>
            <a:r>
              <a:rPr lang="en-CA" b="1" dirty="0" err="1"/>
              <a:t>Ybus</a:t>
            </a:r>
            <a:endParaRPr lang="en-CA" b="1" dirty="0"/>
          </a:p>
          <a:p>
            <a:pPr marL="342900" indent="-342900">
              <a:buFont typeface="+mj-lt"/>
              <a:buAutoNum type="arabicPeriod"/>
            </a:pPr>
            <a:r>
              <a:rPr lang="en-CA" b="1" dirty="0"/>
              <a:t>Initialize faulted solution to </a:t>
            </a:r>
            <a:r>
              <a:rPr lang="en-CA" b="1" dirty="0" err="1"/>
              <a:t>prefault</a:t>
            </a:r>
            <a:r>
              <a:rPr lang="en-CA" b="1" dirty="0"/>
              <a:t> solutions</a:t>
            </a:r>
          </a:p>
          <a:p>
            <a:pPr marL="342900" indent="-342900">
              <a:buFont typeface="+mj-lt"/>
              <a:buAutoNum type="arabicPeriod"/>
            </a:pPr>
            <a:r>
              <a:rPr lang="en-CA" b="1" dirty="0"/>
              <a:t>Loop to update IBR bus P/Q injections using present IBR P/Q</a:t>
            </a:r>
          </a:p>
          <a:p>
            <a:pPr marL="688975" lvl="1" indent="-342900">
              <a:buFont typeface="+mj-lt"/>
              <a:buAutoNum type="arabicPeriod"/>
            </a:pPr>
            <a:r>
              <a:rPr lang="en-CA" b="1" dirty="0"/>
              <a:t>Inner loop: Calculate V, P, Q =&gt; Form P/Q mismatch =&gt; enforce SG Q limits =&gt; Build Jacobian =&gt; Solve J(delta x) = mismatch =&gt; update voltage angle and magnitude =&gt; terminate if mismatch &lt; 10^-8</a:t>
            </a:r>
          </a:p>
          <a:p>
            <a:pPr marL="688975" lvl="1" indent="-342900">
              <a:buFont typeface="+mj-lt"/>
              <a:buAutoNum type="arabicPeriod"/>
            </a:pPr>
            <a:r>
              <a:rPr lang="en-CA" b="1" dirty="0"/>
              <a:t>Evaluate empirical IBR model using solved terminal voltage =&gt; enforce Imax</a:t>
            </a:r>
          </a:p>
          <a:p>
            <a:pPr marL="688975" lvl="1" indent="-342900">
              <a:buFont typeface="+mj-lt"/>
              <a:buAutoNum type="arabicPeriod"/>
            </a:pPr>
            <a:r>
              <a:rPr lang="en-CA" b="1" dirty="0"/>
              <a:t>Apply relaxation =&gt; Look is the delta P and Q &lt; 10^-4</a:t>
            </a:r>
          </a:p>
          <a:p>
            <a:pPr marL="342900" indent="-342900">
              <a:buFont typeface="+mj-lt"/>
              <a:buAutoNum type="arabicPeriod"/>
            </a:pPr>
            <a:r>
              <a:rPr lang="en-CA" b="1" dirty="0"/>
              <a:t>Calculate device currents =&gt; Check SG limits</a:t>
            </a:r>
          </a:p>
        </p:txBody>
      </p:sp>
      <p:sp>
        <p:nvSpPr>
          <p:cNvPr id="3" name="Slide Number Placeholder 2">
            <a:extLst>
              <a:ext uri="{FF2B5EF4-FFF2-40B4-BE49-F238E27FC236}">
                <a16:creationId xmlns:a16="http://schemas.microsoft.com/office/drawing/2014/main" id="{77025ECA-F64F-6DEE-D2C4-CC8E0B08E21E}"/>
              </a:ext>
            </a:extLst>
          </p:cNvPr>
          <p:cNvSpPr>
            <a:spLocks noGrp="1"/>
          </p:cNvSpPr>
          <p:nvPr>
            <p:ph type="sldNum" sz="quarter" idx="12"/>
          </p:nvPr>
        </p:nvSpPr>
        <p:spPr/>
        <p:txBody>
          <a:bodyPr/>
          <a:lstStyle/>
          <a:p>
            <a:fld id="{E4ECB127-6B1D-4440-BB59-CB7FB51359B3}" type="slidenum">
              <a:rPr lang="en-CA" smtClean="0"/>
              <a:pPr/>
              <a:t>24</a:t>
            </a:fld>
            <a:endParaRPr lang="en-CA"/>
          </a:p>
        </p:txBody>
      </p:sp>
    </p:spTree>
    <p:extLst>
      <p:ext uri="{BB962C8B-B14F-4D97-AF65-F5344CB8AC3E}">
        <p14:creationId xmlns:p14="http://schemas.microsoft.com/office/powerpoint/2010/main" val="270095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9ABF4-0D84-6B79-7A40-D1FF374CA1ED}"/>
              </a:ext>
            </a:extLst>
          </p:cNvPr>
          <p:cNvSpPr>
            <a:spLocks noGrp="1"/>
          </p:cNvSpPr>
          <p:nvPr>
            <p:ph type="title"/>
          </p:nvPr>
        </p:nvSpPr>
        <p:spPr/>
        <p:txBody>
          <a:bodyPr/>
          <a:lstStyle/>
          <a:p>
            <a:r>
              <a:rPr lang="en-CA" dirty="0"/>
              <a:t>Balanced-fault and Positive Sequence Limitations</a:t>
            </a:r>
          </a:p>
        </p:txBody>
      </p:sp>
      <p:sp>
        <p:nvSpPr>
          <p:cNvPr id="3" name="Content Placeholder 2">
            <a:extLst>
              <a:ext uri="{FF2B5EF4-FFF2-40B4-BE49-F238E27FC236}">
                <a16:creationId xmlns:a16="http://schemas.microsoft.com/office/drawing/2014/main" id="{5A54D887-5F08-4073-D99F-F8FB1F870474}"/>
              </a:ext>
            </a:extLst>
          </p:cNvPr>
          <p:cNvSpPr>
            <a:spLocks noGrp="1"/>
          </p:cNvSpPr>
          <p:nvPr>
            <p:ph idx="1"/>
          </p:nvPr>
        </p:nvSpPr>
        <p:spPr>
          <a:xfrm>
            <a:off x="381000" y="1592262"/>
            <a:ext cx="9989372" cy="3889376"/>
          </a:xfrm>
        </p:spPr>
        <p:txBody>
          <a:bodyPr/>
          <a:lstStyle/>
          <a:p>
            <a:r>
              <a:rPr lang="en-CA" b="1" dirty="0"/>
              <a:t>With balanced-fault, since Ia, </a:t>
            </a:r>
            <a:r>
              <a:rPr lang="en-CA" b="1" dirty="0" err="1"/>
              <a:t>Ib</a:t>
            </a:r>
            <a:r>
              <a:rPr lang="en-CA" b="1" dirty="0"/>
              <a:t>, and </a:t>
            </a:r>
            <a:r>
              <a:rPr lang="en-CA" b="1" dirty="0" err="1"/>
              <a:t>Ic</a:t>
            </a:r>
            <a:r>
              <a:rPr lang="en-CA" b="1" dirty="0"/>
              <a:t> have the same magnitude, we can simplify the problem down to just the positive sequence</a:t>
            </a:r>
          </a:p>
          <a:p>
            <a:r>
              <a:rPr lang="en-CA" b="1" dirty="0"/>
              <a:t>Unbalanced fault require modeling of the negative and zero sequences</a:t>
            </a:r>
          </a:p>
          <a:p>
            <a:pPr lvl="1"/>
            <a:r>
              <a:rPr lang="en-CA" b="1" dirty="0"/>
              <a:t>Ia, </a:t>
            </a:r>
            <a:r>
              <a:rPr lang="en-CA" b="1" dirty="0" err="1"/>
              <a:t>Ib</a:t>
            </a:r>
            <a:r>
              <a:rPr lang="en-CA" b="1" dirty="0"/>
              <a:t>, </a:t>
            </a:r>
            <a:r>
              <a:rPr lang="en-CA" b="1" dirty="0" err="1"/>
              <a:t>Ic</a:t>
            </a:r>
            <a:r>
              <a:rPr lang="en-CA" b="1" dirty="0"/>
              <a:t> may not be equal.</a:t>
            </a:r>
          </a:p>
          <a:p>
            <a:r>
              <a:rPr lang="en-CA" b="1" dirty="0"/>
              <a:t>IEEE standards require negative sequence injection during faults</a:t>
            </a:r>
          </a:p>
          <a:p>
            <a:r>
              <a:rPr lang="en-CA" b="1" dirty="0"/>
              <a:t> Protection equipment may require negative sequence information to function properly</a:t>
            </a:r>
          </a:p>
          <a:p>
            <a:r>
              <a:rPr lang="en-CA" b="1" dirty="0"/>
              <a:t>For IBRs, negative-sequence current is determined by the implemented control strategy</a:t>
            </a:r>
          </a:p>
        </p:txBody>
      </p:sp>
      <p:sp>
        <p:nvSpPr>
          <p:cNvPr id="4" name="Slide Number Placeholder 3">
            <a:extLst>
              <a:ext uri="{FF2B5EF4-FFF2-40B4-BE49-F238E27FC236}">
                <a16:creationId xmlns:a16="http://schemas.microsoft.com/office/drawing/2014/main" id="{581B4BDB-EECC-456A-C675-55A989168E09}"/>
              </a:ext>
            </a:extLst>
          </p:cNvPr>
          <p:cNvSpPr>
            <a:spLocks noGrp="1"/>
          </p:cNvSpPr>
          <p:nvPr>
            <p:ph type="sldNum" sz="quarter" idx="12"/>
          </p:nvPr>
        </p:nvSpPr>
        <p:spPr/>
        <p:txBody>
          <a:bodyPr/>
          <a:lstStyle/>
          <a:p>
            <a:fld id="{1BD90C89-BB05-D647-8C9B-C2376028CB3D}" type="slidenum">
              <a:rPr lang="en-CA" smtClean="0"/>
              <a:t>25</a:t>
            </a:fld>
            <a:endParaRPr lang="en-CA"/>
          </a:p>
        </p:txBody>
      </p:sp>
    </p:spTree>
    <p:extLst>
      <p:ext uri="{BB962C8B-B14F-4D97-AF65-F5344CB8AC3E}">
        <p14:creationId xmlns:p14="http://schemas.microsoft.com/office/powerpoint/2010/main" val="2768947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8183-FD33-7412-83D8-E06AEC5A551B}"/>
              </a:ext>
            </a:extLst>
          </p:cNvPr>
          <p:cNvSpPr>
            <a:spLocks noGrp="1"/>
          </p:cNvSpPr>
          <p:nvPr>
            <p:ph type="title"/>
          </p:nvPr>
        </p:nvSpPr>
        <p:spPr/>
        <p:txBody>
          <a:bodyPr/>
          <a:lstStyle/>
          <a:p>
            <a:r>
              <a:rPr lang="en-CA" dirty="0"/>
              <a:t>Why the model uses sustained rather than instantaneous fault current</a:t>
            </a:r>
          </a:p>
        </p:txBody>
      </p:sp>
      <p:sp>
        <p:nvSpPr>
          <p:cNvPr id="3" name="Content Placeholder 2">
            <a:extLst>
              <a:ext uri="{FF2B5EF4-FFF2-40B4-BE49-F238E27FC236}">
                <a16:creationId xmlns:a16="http://schemas.microsoft.com/office/drawing/2014/main" id="{C44CFF9E-981A-B810-35AB-24ACCDF7AAFD}"/>
              </a:ext>
            </a:extLst>
          </p:cNvPr>
          <p:cNvSpPr>
            <a:spLocks noGrp="1"/>
          </p:cNvSpPr>
          <p:nvPr>
            <p:ph idx="1"/>
          </p:nvPr>
        </p:nvSpPr>
        <p:spPr/>
        <p:txBody>
          <a:bodyPr/>
          <a:lstStyle/>
          <a:p>
            <a:r>
              <a:rPr lang="en-CA" b="1" dirty="0"/>
              <a:t>Different mechanisms dominate different portions of the fault response</a:t>
            </a:r>
          </a:p>
          <a:p>
            <a:pPr lvl="1"/>
            <a:r>
              <a:rPr lang="en-CA" dirty="0"/>
              <a:t>The initial transient is determined by the filters and the severity of the voltage disturbance</a:t>
            </a:r>
          </a:p>
          <a:p>
            <a:pPr lvl="1"/>
            <a:r>
              <a:rPr lang="en-CA" dirty="0"/>
              <a:t>The current limited and controller states determine the sustained fault current</a:t>
            </a:r>
          </a:p>
          <a:p>
            <a:r>
              <a:rPr lang="en-CA" b="1" dirty="0"/>
              <a:t>IEEE standard specifies that the IBR current limiter can only kick in 0.2 s after the voltage drop.</a:t>
            </a:r>
          </a:p>
          <a:p>
            <a:r>
              <a:rPr lang="en-CA" b="1" dirty="0"/>
              <a:t>To capture the instantaneous fault current</a:t>
            </a:r>
          </a:p>
          <a:p>
            <a:pPr lvl="1"/>
            <a:r>
              <a:rPr lang="en-CA" dirty="0"/>
              <a:t>Require explicit dynamic PLL state</a:t>
            </a:r>
          </a:p>
          <a:p>
            <a:pPr lvl="1"/>
            <a:r>
              <a:rPr lang="en-CA" dirty="0"/>
              <a:t>Reproduce all the history-dependent rotations that occur when PLL tracking becomes weak</a:t>
            </a:r>
          </a:p>
          <a:p>
            <a:r>
              <a:rPr lang="en-CA" b="1" dirty="0"/>
              <a:t>Instantaneous fault current behavior can be obtained more precisely through EMT simulation</a:t>
            </a:r>
          </a:p>
          <a:p>
            <a:endParaRPr lang="en-CA" b="1" dirty="0"/>
          </a:p>
          <a:p>
            <a:endParaRPr lang="en-CA" b="1" dirty="0"/>
          </a:p>
        </p:txBody>
      </p:sp>
      <p:sp>
        <p:nvSpPr>
          <p:cNvPr id="4" name="Slide Number Placeholder 3">
            <a:extLst>
              <a:ext uri="{FF2B5EF4-FFF2-40B4-BE49-F238E27FC236}">
                <a16:creationId xmlns:a16="http://schemas.microsoft.com/office/drawing/2014/main" id="{5CF225E4-1B16-90C2-5DDF-7C0D6DFD9318}"/>
              </a:ext>
            </a:extLst>
          </p:cNvPr>
          <p:cNvSpPr>
            <a:spLocks noGrp="1"/>
          </p:cNvSpPr>
          <p:nvPr>
            <p:ph type="sldNum" sz="quarter" idx="12"/>
          </p:nvPr>
        </p:nvSpPr>
        <p:spPr/>
        <p:txBody>
          <a:bodyPr/>
          <a:lstStyle/>
          <a:p>
            <a:fld id="{1BD90C89-BB05-D647-8C9B-C2376028CB3D}" type="slidenum">
              <a:rPr lang="en-CA" smtClean="0"/>
              <a:t>26</a:t>
            </a:fld>
            <a:endParaRPr lang="en-CA"/>
          </a:p>
        </p:txBody>
      </p:sp>
    </p:spTree>
    <p:extLst>
      <p:ext uri="{BB962C8B-B14F-4D97-AF65-F5344CB8AC3E}">
        <p14:creationId xmlns:p14="http://schemas.microsoft.com/office/powerpoint/2010/main" val="3101649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63195-C2F9-B68E-A23D-449B08D6EE77}"/>
              </a:ext>
            </a:extLst>
          </p:cNvPr>
          <p:cNvSpPr>
            <a:spLocks noGrp="1"/>
          </p:cNvSpPr>
          <p:nvPr>
            <p:ph type="title"/>
          </p:nvPr>
        </p:nvSpPr>
        <p:spPr/>
        <p:txBody>
          <a:bodyPr/>
          <a:lstStyle/>
          <a:p>
            <a:r>
              <a:rPr lang="en-CA" dirty="0"/>
              <a:t>How to re-identify the model for another inverter</a:t>
            </a:r>
          </a:p>
        </p:txBody>
      </p:sp>
      <p:sp>
        <p:nvSpPr>
          <p:cNvPr id="3" name="Content Placeholder 2">
            <a:extLst>
              <a:ext uri="{FF2B5EF4-FFF2-40B4-BE49-F238E27FC236}">
                <a16:creationId xmlns:a16="http://schemas.microsoft.com/office/drawing/2014/main" id="{76E24A04-98CC-0031-4237-1E3CA2BA5404}"/>
              </a:ext>
            </a:extLst>
          </p:cNvPr>
          <p:cNvSpPr>
            <a:spLocks noGrp="1"/>
          </p:cNvSpPr>
          <p:nvPr>
            <p:ph idx="1"/>
          </p:nvPr>
        </p:nvSpPr>
        <p:spPr>
          <a:xfrm>
            <a:off x="381000" y="1086522"/>
            <a:ext cx="10462708" cy="4797910"/>
          </a:xfrm>
        </p:spPr>
        <p:txBody>
          <a:bodyPr/>
          <a:lstStyle/>
          <a:p>
            <a:pPr marL="342900" indent="-342900">
              <a:buFont typeface="+mj-lt"/>
              <a:buAutoNum type="arabicPeriod"/>
            </a:pPr>
            <a:r>
              <a:rPr lang="en-CA" b="1" dirty="0"/>
              <a:t>Apply controlled fault sweeps</a:t>
            </a:r>
          </a:p>
          <a:p>
            <a:pPr marL="688975" lvl="1" indent="-342900">
              <a:buFont typeface="+mj-lt"/>
              <a:buAutoNum type="arabicPeriod"/>
            </a:pPr>
            <a:r>
              <a:rPr lang="en-CA" b="1" dirty="0"/>
              <a:t>Modify Pref and </a:t>
            </a:r>
            <a:r>
              <a:rPr lang="en-CA" b="1" dirty="0" err="1"/>
              <a:t>Qref</a:t>
            </a:r>
            <a:r>
              <a:rPr lang="en-CA" b="1" dirty="0"/>
              <a:t>, </a:t>
            </a:r>
            <a:r>
              <a:rPr lang="en-CA" b="1" dirty="0" err="1"/>
              <a:t>Prefault</a:t>
            </a:r>
            <a:r>
              <a:rPr lang="en-CA" b="1" dirty="0"/>
              <a:t> voltage, fault voltage magnitude and phase</a:t>
            </a:r>
          </a:p>
          <a:p>
            <a:pPr marL="342900" indent="-342900">
              <a:buFont typeface="+mj-lt"/>
              <a:buAutoNum type="arabicPeriod"/>
            </a:pPr>
            <a:r>
              <a:rPr lang="en-CA" b="1" dirty="0"/>
              <a:t>Record External Measurements</a:t>
            </a:r>
          </a:p>
          <a:p>
            <a:pPr marL="688975" lvl="1" indent="-342900">
              <a:buFont typeface="+mj-lt"/>
              <a:buAutoNum type="arabicPeriod"/>
            </a:pPr>
            <a:r>
              <a:rPr lang="en-CA" b="1" dirty="0"/>
              <a:t>V, P, Q, I magnitude and phase</a:t>
            </a:r>
          </a:p>
          <a:p>
            <a:pPr marL="342900" indent="-342900">
              <a:buFont typeface="+mj-lt"/>
              <a:buAutoNum type="arabicPeriod"/>
            </a:pPr>
            <a:r>
              <a:rPr lang="en-CA" b="1" dirty="0"/>
              <a:t>Identify control boundaries</a:t>
            </a:r>
          </a:p>
          <a:p>
            <a:pPr marL="688975" lvl="1" indent="-342900">
              <a:buFont typeface="+mj-lt"/>
              <a:buAutoNum type="arabicPeriod"/>
            </a:pPr>
            <a:r>
              <a:rPr lang="en-CA" b="1" dirty="0"/>
              <a:t>Imax, </a:t>
            </a:r>
            <a:r>
              <a:rPr lang="en-CA" b="1" dirty="0" err="1"/>
              <a:t>Vfreeze</a:t>
            </a:r>
            <a:r>
              <a:rPr lang="en-CA" b="1" dirty="0"/>
              <a:t>/low-voltage transition, current-priority behavior</a:t>
            </a:r>
          </a:p>
          <a:p>
            <a:pPr marL="342900" indent="-342900">
              <a:buFont typeface="+mj-lt"/>
              <a:buAutoNum type="arabicPeriod"/>
            </a:pPr>
            <a:r>
              <a:rPr lang="en-CA" b="1" dirty="0"/>
              <a:t>Fit low-voltage P model</a:t>
            </a:r>
          </a:p>
          <a:p>
            <a:pPr marL="342900" indent="-342900">
              <a:buFont typeface="+mj-lt"/>
              <a:buAutoNum type="arabicPeriod"/>
            </a:pPr>
            <a:r>
              <a:rPr lang="en-CA" b="1" dirty="0"/>
              <a:t>Fit low-voltage Q model</a:t>
            </a:r>
          </a:p>
          <a:p>
            <a:pPr marL="342900" indent="-342900">
              <a:buFont typeface="+mj-lt"/>
              <a:buAutoNum type="arabicPeriod"/>
            </a:pPr>
            <a:r>
              <a:rPr lang="en-CA" b="1" dirty="0"/>
              <a:t>Reconstruct current from P, Q and enforce Imax</a:t>
            </a:r>
          </a:p>
          <a:p>
            <a:pPr marL="342900" indent="-342900">
              <a:buFont typeface="+mj-lt"/>
              <a:buAutoNum type="arabicPeriod"/>
            </a:pPr>
            <a:r>
              <a:rPr lang="en-CA" b="1" dirty="0"/>
              <a:t>Identify Current-phase model</a:t>
            </a:r>
          </a:p>
          <a:p>
            <a:pPr marL="342900" indent="-342900">
              <a:buFont typeface="+mj-lt"/>
              <a:buAutoNum type="arabicPeriod"/>
            </a:pPr>
            <a:r>
              <a:rPr lang="en-CA" b="1" dirty="0"/>
              <a:t>Validate on unseen fault cases</a:t>
            </a:r>
          </a:p>
          <a:p>
            <a:pPr marL="342900" indent="-342900">
              <a:buFont typeface="+mj-lt"/>
              <a:buAutoNum type="arabicPeriod"/>
            </a:pPr>
            <a:r>
              <a:rPr lang="en-CA" b="1" dirty="0"/>
              <a:t>Deploy in network calculations</a:t>
            </a:r>
          </a:p>
          <a:p>
            <a:pPr marL="342900" indent="-342900">
              <a:buFont typeface="+mj-lt"/>
              <a:buAutoNum type="arabicPeriod"/>
            </a:pPr>
            <a:endParaRPr lang="en-CA" b="1" dirty="0"/>
          </a:p>
          <a:p>
            <a:pPr marL="342900" indent="-342900">
              <a:buFont typeface="+mj-lt"/>
              <a:buAutoNum type="arabicPeriod"/>
            </a:pPr>
            <a:endParaRPr lang="en-CA" b="1" dirty="0"/>
          </a:p>
          <a:p>
            <a:pPr marL="342900" indent="-342900">
              <a:buFont typeface="+mj-lt"/>
              <a:buAutoNum type="arabicPeriod"/>
            </a:pPr>
            <a:endParaRPr lang="en-CA" b="1" dirty="0"/>
          </a:p>
        </p:txBody>
      </p:sp>
      <p:sp>
        <p:nvSpPr>
          <p:cNvPr id="4" name="Slide Number Placeholder 3">
            <a:extLst>
              <a:ext uri="{FF2B5EF4-FFF2-40B4-BE49-F238E27FC236}">
                <a16:creationId xmlns:a16="http://schemas.microsoft.com/office/drawing/2014/main" id="{9EB92CDD-C0F9-37E7-1D95-C5BE24821349}"/>
              </a:ext>
            </a:extLst>
          </p:cNvPr>
          <p:cNvSpPr>
            <a:spLocks noGrp="1"/>
          </p:cNvSpPr>
          <p:nvPr>
            <p:ph type="sldNum" sz="quarter" idx="12"/>
          </p:nvPr>
        </p:nvSpPr>
        <p:spPr/>
        <p:txBody>
          <a:bodyPr/>
          <a:lstStyle/>
          <a:p>
            <a:fld id="{1BD90C89-BB05-D647-8C9B-C2376028CB3D}" type="slidenum">
              <a:rPr lang="en-CA" smtClean="0"/>
              <a:t>27</a:t>
            </a:fld>
            <a:endParaRPr lang="en-CA"/>
          </a:p>
        </p:txBody>
      </p:sp>
    </p:spTree>
    <p:extLst>
      <p:ext uri="{BB962C8B-B14F-4D97-AF65-F5344CB8AC3E}">
        <p14:creationId xmlns:p14="http://schemas.microsoft.com/office/powerpoint/2010/main" val="4220178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9355E-13B2-E133-B15C-0269F0884226}"/>
              </a:ext>
            </a:extLst>
          </p:cNvPr>
          <p:cNvSpPr>
            <a:spLocks noGrp="1"/>
          </p:cNvSpPr>
          <p:nvPr>
            <p:ph type="title"/>
          </p:nvPr>
        </p:nvSpPr>
        <p:spPr>
          <a:xfrm>
            <a:off x="381000" y="181002"/>
            <a:ext cx="8863483" cy="989849"/>
          </a:xfrm>
        </p:spPr>
        <p:txBody>
          <a:bodyPr/>
          <a:lstStyle/>
          <a:p>
            <a:r>
              <a:rPr lang="en-CA" dirty="0"/>
              <a:t>GFL vs GFM, why the current model is specifically GFL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A2DDD6-A41A-D898-B298-99EC6819684E}"/>
                  </a:ext>
                </a:extLst>
              </p:cNvPr>
              <p:cNvSpPr>
                <a:spLocks noGrp="1"/>
              </p:cNvSpPr>
              <p:nvPr>
                <p:ph idx="1"/>
              </p:nvPr>
            </p:nvSpPr>
            <p:spPr>
              <a:xfrm>
                <a:off x="381000" y="675926"/>
                <a:ext cx="11065136" cy="3889376"/>
              </a:xfrm>
            </p:spPr>
            <p:txBody>
              <a:bodyPr/>
              <a:lstStyle/>
              <a:p>
                <a:r>
                  <a:rPr lang="en-CA" b="1" dirty="0"/>
                  <a:t>Specifically GFL because its physical foundation is the PLL-oriented </a:t>
                </a:r>
                <a14:m>
                  <m:oMath xmlns:m="http://schemas.openxmlformats.org/officeDocument/2006/math">
                    <m:r>
                      <a:rPr lang="en-CA" b="1" i="1">
                        <a:latin typeface="Cambria Math" panose="02040503050406030204" pitchFamily="18" charset="0"/>
                      </a:rPr>
                      <m:t>𝒅𝒒</m:t>
                    </m:r>
                  </m:oMath>
                </a14:m>
                <a:r>
                  <a:rPr lang="en-CA" b="1" dirty="0"/>
                  <a:t>-current-control structure. </a:t>
                </a:r>
              </a:p>
              <a:p>
                <a:pPr lvl="1"/>
                <a:r>
                  <a:rPr lang="en-CA" dirty="0"/>
                  <a:t>Empirical equations capture how those current-control states change under current limiting and low-voltage state freezing.</a:t>
                </a:r>
              </a:p>
              <a:p>
                <a:r>
                  <a:rPr lang="en-CA" b="1" dirty="0"/>
                  <a:t>GFM inverter forms an internal voltage and frequency =&gt; its fault response is governed by voltage regulation, power angle, droop or virtual impedance, and different current-limiting transitions.</a:t>
                </a:r>
              </a:p>
              <a:p>
                <a:pPr lvl="1"/>
                <a:r>
                  <a:rPr lang="en-CA" dirty="0"/>
                  <a:t>For GFM, the underlying low-order equations would need to be re-derived</a:t>
                </a:r>
              </a:p>
              <a:p>
                <a:endParaRPr lang="en-CA" dirty="0"/>
              </a:p>
              <a:p>
                <a:endParaRPr lang="en-CA" dirty="0"/>
              </a:p>
            </p:txBody>
          </p:sp>
        </mc:Choice>
        <mc:Fallback xmlns="">
          <p:sp>
            <p:nvSpPr>
              <p:cNvPr id="3" name="Content Placeholder 2">
                <a:extLst>
                  <a:ext uri="{FF2B5EF4-FFF2-40B4-BE49-F238E27FC236}">
                    <a16:creationId xmlns:a16="http://schemas.microsoft.com/office/drawing/2014/main" id="{65A2DDD6-A41A-D898-B298-99EC6819684E}"/>
                  </a:ext>
                </a:extLst>
              </p:cNvPr>
              <p:cNvSpPr>
                <a:spLocks noGrp="1" noRot="1" noChangeAspect="1" noMove="1" noResize="1" noEditPoints="1" noAdjustHandles="1" noChangeArrowheads="1" noChangeShapeType="1" noTextEdit="1"/>
              </p:cNvSpPr>
              <p:nvPr>
                <p:ph idx="1"/>
              </p:nvPr>
            </p:nvSpPr>
            <p:spPr>
              <a:xfrm>
                <a:off x="381000" y="675926"/>
                <a:ext cx="11065136" cy="3889376"/>
              </a:xfrm>
              <a:blipFill>
                <a:blip r:embed="rId2"/>
                <a:stretch>
                  <a:fillRect l="-110" t="-157"/>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25236EBA-0E64-72F4-5981-83175D117742}"/>
              </a:ext>
            </a:extLst>
          </p:cNvPr>
          <p:cNvSpPr>
            <a:spLocks noGrp="1"/>
          </p:cNvSpPr>
          <p:nvPr>
            <p:ph type="sldNum" sz="quarter" idx="12"/>
          </p:nvPr>
        </p:nvSpPr>
        <p:spPr/>
        <p:txBody>
          <a:bodyPr/>
          <a:lstStyle/>
          <a:p>
            <a:fld id="{1BD90C89-BB05-D647-8C9B-C2376028CB3D}" type="slidenum">
              <a:rPr lang="en-CA" smtClean="0"/>
              <a:t>28</a:t>
            </a:fld>
            <a:endParaRPr lang="en-CA"/>
          </a:p>
        </p:txBody>
      </p:sp>
      <p:pic>
        <p:nvPicPr>
          <p:cNvPr id="8" name="Picture 7">
            <a:extLst>
              <a:ext uri="{FF2B5EF4-FFF2-40B4-BE49-F238E27FC236}">
                <a16:creationId xmlns:a16="http://schemas.microsoft.com/office/drawing/2014/main" id="{18F8DBC9-8AC2-B011-1AA1-679A1EEC8B63}"/>
              </a:ext>
            </a:extLst>
          </p:cNvPr>
          <p:cNvPicPr>
            <a:picLocks noChangeAspect="1"/>
          </p:cNvPicPr>
          <p:nvPr/>
        </p:nvPicPr>
        <p:blipFill>
          <a:blip r:embed="rId3"/>
          <a:stretch>
            <a:fillRect/>
          </a:stretch>
        </p:blipFill>
        <p:spPr>
          <a:xfrm>
            <a:off x="2874534" y="2435395"/>
            <a:ext cx="6658086" cy="4059096"/>
          </a:xfrm>
          <a:prstGeom prst="rect">
            <a:avLst/>
          </a:prstGeom>
        </p:spPr>
      </p:pic>
    </p:spTree>
    <p:extLst>
      <p:ext uri="{BB962C8B-B14F-4D97-AF65-F5344CB8AC3E}">
        <p14:creationId xmlns:p14="http://schemas.microsoft.com/office/powerpoint/2010/main" val="2896046400"/>
      </p:ext>
    </p:extLst>
  </p:cSld>
  <p:clrMapOvr>
    <a:masterClrMapping/>
  </p:clrMapOvr>
</p:sld>
</file>

<file path=ppt/theme/theme1.xml><?xml version="1.0" encoding="utf-8"?>
<a:theme xmlns:a="http://schemas.openxmlformats.org/drawingml/2006/main" name="U of T Defy Gravity 2021">
  <a:themeElements>
    <a:clrScheme name="University of Toronto 2022">
      <a:dk1>
        <a:srgbClr val="000000"/>
      </a:dk1>
      <a:lt1>
        <a:srgbClr val="FFFFFF"/>
      </a:lt1>
      <a:dk2>
        <a:srgbClr val="1E3765"/>
      </a:dk2>
      <a:lt2>
        <a:srgbClr val="D0D1C9"/>
      </a:lt2>
      <a:accent1>
        <a:srgbClr val="007FA3"/>
      </a:accent1>
      <a:accent2>
        <a:srgbClr val="6D2479"/>
      </a:accent2>
      <a:accent3>
        <a:srgbClr val="DC4633"/>
      </a:accent3>
      <a:accent4>
        <a:srgbClr val="F1C500"/>
      </a:accent4>
      <a:accent5>
        <a:srgbClr val="AB1368"/>
      </a:accent5>
      <a:accent6>
        <a:srgbClr val="0D534D"/>
      </a:accent6>
      <a:hlink>
        <a:srgbClr val="007FA3"/>
      </a:hlink>
      <a:folHlink>
        <a:srgbClr val="007FA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400" dirty="0" err="1" smtClean="0"/>
        </a:defPPr>
      </a:lstStyle>
    </a:txDef>
  </a:objectDefaults>
  <a:extraClrSchemeLst/>
  <a:custClrLst>
    <a:custClr name="Pantone Cool Gray 2">
      <a:srgbClr val="D0D1C9"/>
    </a:custClr>
    <a:custClr name="Pantone 376">
      <a:srgbClr val="8DBF2E"/>
    </a:custClr>
    <a:custClr name="Pantone 3285">
      <a:srgbClr val="00A189"/>
    </a:custClr>
    <a:custClr name="Pantone 2985">
      <a:srgbClr val="6FC7EA"/>
    </a:custClr>
    <a:custClr name="Pantone 663">
      <a:srgbClr val="007FA3"/>
    </a:custClr>
    <a:custClr name="Pantone 2613">
      <a:srgbClr val="6D247A"/>
    </a:custClr>
    <a:custClr name="Pantone Warm Red">
      <a:srgbClr val="DC4633"/>
    </a:custClr>
    <a:custClr name="Pantone 7406">
      <a:srgbClr val="F1C500"/>
    </a:custClr>
    <a:custClr name="Pantone 227">
      <a:srgbClr val="AB1368"/>
    </a:custClr>
    <a:custClr name="Pantone 7722">
      <a:srgbClr val="0D534D"/>
    </a:custClr>
    <a:custClr name="80% Pantone Cool Gray 2">
      <a:srgbClr val="D7D8D1"/>
    </a:custClr>
    <a:custClr name="80% Pantone 376">
      <a:srgbClr val="A4CC58"/>
    </a:custClr>
    <a:custClr name="80% Pantone 3285">
      <a:srgbClr val="33B4A1"/>
    </a:custClr>
    <a:custClr name="80% Pantone 2985">
      <a:srgbClr val="8CD2EE"/>
    </a:custClr>
    <a:custClr name="80% Pantone 663">
      <a:srgbClr val="3399B5"/>
    </a:custClr>
    <a:custClr name="80% Pantone 2613">
      <a:srgbClr val="8A5095"/>
    </a:custClr>
    <a:custClr name="80% Pantone Warm Red">
      <a:srgbClr val="E36B5C"/>
    </a:custClr>
    <a:custClr name="80% Pantone 7406">
      <a:srgbClr val="F4D133"/>
    </a:custClr>
    <a:custClr name="80% Pantone 227">
      <a:srgbClr val="BC4286"/>
    </a:custClr>
    <a:custClr name="80% Pantone 7722">
      <a:srgbClr val="3D7571"/>
    </a:custClr>
    <a:custClr name="50% Pantone Cool Gray 2">
      <a:srgbClr val="E7E8E4"/>
    </a:custClr>
    <a:custClr name="50% Pantone 376">
      <a:srgbClr val="C6DF96"/>
    </a:custClr>
    <a:custClr name="50% Pantone 3285">
      <a:srgbClr val="80D0C4"/>
    </a:custClr>
    <a:custClr name="50% Pantone 2985">
      <a:srgbClr val="B7E3F4"/>
    </a:custClr>
    <a:custClr name="50% Pantone 663">
      <a:srgbClr val="80BFD1"/>
    </a:custClr>
    <a:custClr name="50% Pantone 2613">
      <a:srgbClr val="B691BC"/>
    </a:custClr>
    <a:custClr name="50% Pantone Warm Red">
      <a:srgbClr val="EDA299"/>
    </a:custClr>
    <a:custClr name="50% Pantone 7406">
      <a:srgbClr val="F8E280"/>
    </a:custClr>
    <a:custClr name="50% Pantone 227">
      <a:srgbClr val="D589B3"/>
    </a:custClr>
    <a:custClr name="50% Pantone 7722">
      <a:srgbClr val="86A9A6"/>
    </a:custClr>
    <a:custClr name="25% Pantone Cool Gray 2">
      <a:srgbClr val="F3F3F1"/>
    </a:custClr>
    <a:custClr name="25% Pantone 376">
      <a:srgbClr val="E2EFCB"/>
    </a:custClr>
    <a:custClr name="25% Pantone 3285">
      <a:srgbClr val="BFE7E1"/>
    </a:custClr>
    <a:custClr name="25% Pantone 2985">
      <a:srgbClr val="DBF1FA"/>
    </a:custClr>
    <a:custClr name="25% Pantone 663">
      <a:srgbClr val="BFDFE8"/>
    </a:custClr>
    <a:custClr name="25% Pantone 2613">
      <a:srgbClr val="DAC8DE"/>
    </a:custClr>
    <a:custClr name="25% Pantone Warm Red">
      <a:srgbClr val="F6D1CC"/>
    </a:custClr>
    <a:custClr name="25% Pantone 7406">
      <a:srgbClr val="FBF0BF"/>
    </a:custClr>
    <a:custClr name="25% Pantone 227">
      <a:srgbClr val="EAC4D9"/>
    </a:custClr>
    <a:custClr name="25% Pantone 7722">
      <a:srgbClr val="C2D4D2"/>
    </a:custClr>
  </a:custClrLst>
  <a:extLst>
    <a:ext uri="{05A4C25C-085E-4340-85A3-A5531E510DB2}">
      <thm15:themeFamily xmlns:thm15="http://schemas.microsoft.com/office/thememl/2012/main" name="Presentation2" id="{C820C866-0D98-0149-892F-6E0F9A844D2A}" vid="{82385EA1-3AE9-6049-95A8-57D4F026A1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4C8EE739A8C54BB5145ADBD7228215" ma:contentTypeVersion="16" ma:contentTypeDescription="Create a new document." ma:contentTypeScope="" ma:versionID="4ff214324ec7c6d43c967216ef35afa3">
  <xsd:schema xmlns:xsd="http://www.w3.org/2001/XMLSchema" xmlns:xs="http://www.w3.org/2001/XMLSchema" xmlns:p="http://schemas.microsoft.com/office/2006/metadata/properties" xmlns:ns2="b96b20a0-03f4-4202-b5b3-7d8a88e6277e" xmlns:ns3="638c4458-02aa-477b-98b4-d7215ac5f2d7" targetNamespace="http://schemas.microsoft.com/office/2006/metadata/properties" ma:root="true" ma:fieldsID="f53160eb7549e9d860f04a69470e9c81" ns2:_="" ns3:_="">
    <xsd:import namespace="b96b20a0-03f4-4202-b5b3-7d8a88e6277e"/>
    <xsd:import namespace="638c4458-02aa-477b-98b4-d7215ac5f2d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6b20a0-03f4-4202-b5b3-7d8a88e627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fe164b29-4069-4387-b6aa-f01f2a1f474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8c4458-02aa-477b-98b4-d7215ac5f2d7"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179e4fd0-550d-47b6-8e90-6a0a2bebf15d}" ma:internalName="TaxCatchAll" ma:showField="CatchAllData" ma:web="638c4458-02aa-477b-98b4-d7215ac5f2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38c4458-02aa-477b-98b4-d7215ac5f2d7" xsi:nil="true"/>
    <lcf76f155ced4ddcb4097134ff3c332f xmlns="b96b20a0-03f4-4202-b5b3-7d8a88e6277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D29095-9824-4563-BA06-F62D1B7B32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6b20a0-03f4-4202-b5b3-7d8a88e6277e"/>
    <ds:schemaRef ds:uri="638c4458-02aa-477b-98b4-d7215ac5f2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404D40-D352-4205-BEBB-99523D4CB57B}">
  <ds:schemaRefs>
    <ds:schemaRef ds:uri="http://purl.org/dc/elements/1.1/"/>
    <ds:schemaRef ds:uri="638c4458-02aa-477b-98b4-d7215ac5f2d7"/>
    <ds:schemaRef ds:uri="http://schemas.openxmlformats.org/package/2006/metadata/core-properties"/>
    <ds:schemaRef ds:uri="http://schemas.microsoft.com/office/2006/documentManagement/types"/>
    <ds:schemaRef ds:uri="http://purl.org/dc/dcmitype/"/>
    <ds:schemaRef ds:uri="http://www.w3.org/XML/1998/namespace"/>
    <ds:schemaRef ds:uri="http://purl.org/dc/terms/"/>
    <ds:schemaRef ds:uri="http://schemas.microsoft.com/office/2006/metadata/properties"/>
    <ds:schemaRef ds:uri="http://schemas.microsoft.com/office/infopath/2007/PartnerControls"/>
    <ds:schemaRef ds:uri="b96b20a0-03f4-4202-b5b3-7d8a88e6277e"/>
  </ds:schemaRefs>
</ds:datastoreItem>
</file>

<file path=customXml/itemProps3.xml><?xml version="1.0" encoding="utf-8"?>
<ds:datastoreItem xmlns:ds="http://schemas.openxmlformats.org/officeDocument/2006/customXml" ds:itemID="{6558DD39-1E2E-43EC-B232-637ED844BD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 of T Defy Gravity 2021</Template>
  <TotalTime>8338</TotalTime>
  <Words>3304</Words>
  <Application>Microsoft Office PowerPoint</Application>
  <PresentationFormat>Widescreen</PresentationFormat>
  <Paragraphs>384</Paragraphs>
  <Slides>28</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System Font Regular</vt:lpstr>
      <vt:lpstr>Arial</vt:lpstr>
      <vt:lpstr>Arial Black</vt:lpstr>
      <vt:lpstr>Calibri</vt:lpstr>
      <vt:lpstr>Cambria Math</vt:lpstr>
      <vt:lpstr>Times</vt:lpstr>
      <vt:lpstr>U of T Defy Gravity 2021</vt:lpstr>
      <vt:lpstr>An Empirical Framework for IBR Short Circuit Modelling</vt:lpstr>
      <vt:lpstr>Motivation</vt:lpstr>
      <vt:lpstr>Research Gap and Objectives</vt:lpstr>
      <vt:lpstr>Benchmark Inverter and Test System</vt:lpstr>
      <vt:lpstr>Controller Mechanisms that Matter During Faults</vt:lpstr>
      <vt:lpstr>Simulation and Data Generation</vt:lpstr>
      <vt:lpstr>Key Physical Results: Voltage and Current</vt:lpstr>
      <vt:lpstr>Key Physical Results: Pre-fault State and Phase</vt:lpstr>
      <vt:lpstr>Modeling Philosophy</vt:lpstr>
      <vt:lpstr>Proposed Empirical Model</vt:lpstr>
      <vt:lpstr>Single-Inverter Validation</vt:lpstr>
      <vt:lpstr>Network-Level Validation</vt:lpstr>
      <vt:lpstr>Network-Level Validation</vt:lpstr>
      <vt:lpstr>Limitations</vt:lpstr>
      <vt:lpstr>Conclusion</vt:lpstr>
      <vt:lpstr>Contributions</vt:lpstr>
      <vt:lpstr>Full dq derivation of P, Q, I</vt:lpstr>
      <vt:lpstr>Definition and Physical Meaning of ∆θ</vt:lpstr>
      <vt:lpstr>Q-Priority Current-Limiting Equations</vt:lpstr>
      <vt:lpstr>Difference Between Imax and Vfreeze</vt:lpstr>
      <vt:lpstr>Why α = 0.8 and Interpretation of kQ</vt:lpstr>
      <vt:lpstr>Why the phase RMSE is much worse near low voltage</vt:lpstr>
      <vt:lpstr>3-bus pre- and post-fault graphical comparison</vt:lpstr>
      <vt:lpstr>4000-bus Solver and Iteration Flow</vt:lpstr>
      <vt:lpstr>Balanced-fault and Positive Sequence Limitations</vt:lpstr>
      <vt:lpstr>Why the model uses sustained rather than instantaneous fault current</vt:lpstr>
      <vt:lpstr>How to re-identify the model for another inverter</vt:lpstr>
      <vt:lpstr>GFL vs GFM, why the current model is specifically GFL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Slide: Inserting New Slides</dc:title>
  <dc:creator>Shilpa Gantotti</dc:creator>
  <cp:lastModifiedBy>Hao Xiang Yang</cp:lastModifiedBy>
  <cp:revision>90</cp:revision>
  <cp:lastPrinted>2021-12-03T21:16:07Z</cp:lastPrinted>
  <dcterms:created xsi:type="dcterms:W3CDTF">2024-03-19T15:29:31Z</dcterms:created>
  <dcterms:modified xsi:type="dcterms:W3CDTF">2026-09-16T03:33:27Z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0x010100F84C8EE739A8C54BB5145ADBD7228215</vt:lpwstr>
  </property>
  <property fmtid="{D5CDD505-2E9C-101B-9397-08002B2CF9AE}" pid="3" name="MediaServiceImageTags">
    <vt:lpwstr/>
  </property>
</Properties>
</file>